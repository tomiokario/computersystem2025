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</p:sldMasterIdLst>
  <p:notesMasterIdLst>
    <p:notesMasterId r:id="rId5"/>
  </p:notesMasterIdLst>
  <p:handoutMasterIdLst>
    <p:handoutMasterId r:id="rId6"/>
  </p:handoutMasterIdLst>
  <p:sldIdLst>
    <p:sldId id="1540" r:id="rId3"/>
    <p:sldId id="1594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2523"/>
    <a:srgbClr val="A64155"/>
    <a:srgbClr val="F8FDFF"/>
    <a:srgbClr val="DFF6FF"/>
    <a:srgbClr val="D39E00"/>
    <a:srgbClr val="F7FCFE"/>
    <a:srgbClr val="EDF7ED"/>
    <a:srgbClr val="2D350F"/>
    <a:srgbClr val="00A57C"/>
    <a:srgbClr val="FFF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23FEE-8C1E-49C0-7D3F-9DF2B481C98B}" v="4" dt="2025-06-20T06:13:54.230"/>
    <p1510:client id="{E439E026-F255-1645-8D24-552EDF281CF7}" v="110" dt="2025-06-20T00:33:25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6" autoAdjust="0"/>
    <p:restoredTop sz="89789" autoAdjust="0"/>
  </p:normalViewPr>
  <p:slideViewPr>
    <p:cSldViewPr snapToGrid="0">
      <p:cViewPr varScale="1">
        <p:scale>
          <a:sx n="107" d="100"/>
          <a:sy n="107" d="100"/>
        </p:scale>
        <p:origin x="184" y="232"/>
      </p:cViewPr>
      <p:guideLst>
        <p:guide orient="horz" pos="2137"/>
        <p:guide pos="2880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OKA Rio" userId="f1152ccc-8031-465f-b7e6-eeabb05e2b2e" providerId="ADAL" clId="{75C579E0-D8D0-524F-A767-A6742A03273D}"/>
    <pc:docChg chg="undo custSel modSld">
      <pc:chgData name="TOMIOKA Rio" userId="f1152ccc-8031-465f-b7e6-eeabb05e2b2e" providerId="ADAL" clId="{75C579E0-D8D0-524F-A767-A6742A03273D}" dt="2024-11-06T06:08:48.975" v="9" actId="1076"/>
      <pc:docMkLst>
        <pc:docMk/>
      </pc:docMkLst>
      <pc:sldChg chg="modSp mod">
        <pc:chgData name="TOMIOKA Rio" userId="f1152ccc-8031-465f-b7e6-eeabb05e2b2e" providerId="ADAL" clId="{75C579E0-D8D0-524F-A767-A6742A03273D}" dt="2024-11-06T06:08:48.975" v="9" actId="1076"/>
        <pc:sldMkLst>
          <pc:docMk/>
          <pc:sldMk cId="2324999056" sldId="1065"/>
        </pc:sldMkLst>
      </pc:sldChg>
    </pc:docChg>
  </pc:docChgLst>
  <pc:docChgLst>
    <pc:chgData name="TOMIOKA Rio" userId="f1152ccc-8031-465f-b7e6-eeabb05e2b2e" providerId="ADAL" clId="{F2FE2281-0170-4AB1-8E07-F51F337AEC7E}"/>
    <pc:docChg chg="undo redo custSel addSld delSld modSld sldOrd modMainMaster">
      <pc:chgData name="TOMIOKA Rio" userId="f1152ccc-8031-465f-b7e6-eeabb05e2b2e" providerId="ADAL" clId="{F2FE2281-0170-4AB1-8E07-F51F337AEC7E}" dt="2024-03-01T00:32:11.606" v="8410"/>
      <pc:docMkLst>
        <pc:docMk/>
      </pc:docMkLst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510683077" sldId="373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985646644" sldId="407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209438754" sldId="526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2455706704" sldId="527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168463131" sldId="555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861122704" sldId="557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738203229" sldId="568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297080658" sldId="598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4273202768" sldId="599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398904184" sldId="612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3116783883" sldId="682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1234597263" sldId="746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408133413" sldId="750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44431901" sldId="846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2171260641" sldId="847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69034914" sldId="853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2027658584" sldId="854"/>
        </pc:sldMkLst>
      </pc:sldChg>
      <pc:sldChg chg="del">
        <pc:chgData name="TOMIOKA Rio" userId="f1152ccc-8031-465f-b7e6-eeabb05e2b2e" providerId="ADAL" clId="{F2FE2281-0170-4AB1-8E07-F51F337AEC7E}" dt="2024-02-28T03:29:46.475" v="7930" actId="47"/>
        <pc:sldMkLst>
          <pc:docMk/>
          <pc:sldMk cId="2261756217" sldId="856"/>
        </pc:sldMkLst>
      </pc:sldChg>
      <pc:sldChg chg="addSp delSp modSp mod">
        <pc:chgData name="TOMIOKA Rio" userId="f1152ccc-8031-465f-b7e6-eeabb05e2b2e" providerId="ADAL" clId="{F2FE2281-0170-4AB1-8E07-F51F337AEC7E}" dt="2024-02-27T22:04:56.348" v="6642"/>
        <pc:sldMkLst>
          <pc:docMk/>
          <pc:sldMk cId="1878506968" sldId="861"/>
        </pc:sldMkLst>
      </pc:sldChg>
      <pc:sldChg chg="new mod setBg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1968680877" sldId="862"/>
        </pc:sldMkLst>
      </pc:sldChg>
      <pc:sldChg chg="modSp new mod">
        <pc:chgData name="TOMIOKA Rio" userId="f1152ccc-8031-465f-b7e6-eeabb05e2b2e" providerId="ADAL" clId="{F2FE2281-0170-4AB1-8E07-F51F337AEC7E}" dt="2024-02-27T23:23:50.528" v="7912" actId="20577"/>
        <pc:sldMkLst>
          <pc:docMk/>
          <pc:sldMk cId="182629437" sldId="863"/>
        </pc:sldMkLst>
      </pc:sldChg>
      <pc:sldChg chg="addSp delSp modSp new mod">
        <pc:chgData name="TOMIOKA Rio" userId="f1152ccc-8031-465f-b7e6-eeabb05e2b2e" providerId="ADAL" clId="{F2FE2281-0170-4AB1-8E07-F51F337AEC7E}" dt="2024-02-27T22:45:58.175" v="7586" actId="20577"/>
        <pc:sldMkLst>
          <pc:docMk/>
          <pc:sldMk cId="4284469902" sldId="864"/>
        </pc:sldMkLst>
      </pc:sldChg>
      <pc:sldChg chg="modSp add del mod">
        <pc:chgData name="TOMIOKA Rio" userId="f1152ccc-8031-465f-b7e6-eeabb05e2b2e" providerId="ADAL" clId="{F2FE2281-0170-4AB1-8E07-F51F337AEC7E}" dt="2024-02-25T07:08:27.564" v="1854" actId="47"/>
        <pc:sldMkLst>
          <pc:docMk/>
          <pc:sldMk cId="1996872815" sldId="865"/>
        </pc:sldMkLst>
      </pc:sldChg>
      <pc:sldChg chg="addSp delSp modSp add del mod">
        <pc:chgData name="TOMIOKA Rio" userId="f1152ccc-8031-465f-b7e6-eeabb05e2b2e" providerId="ADAL" clId="{F2FE2281-0170-4AB1-8E07-F51F337AEC7E}" dt="2024-02-25T06:24:26.072" v="770" actId="47"/>
        <pc:sldMkLst>
          <pc:docMk/>
          <pc:sldMk cId="3963593743" sldId="866"/>
        </pc:sldMkLst>
      </pc:sldChg>
      <pc:sldChg chg="addSp delSp modSp add del mod modTransition">
        <pc:chgData name="TOMIOKA Rio" userId="f1152ccc-8031-465f-b7e6-eeabb05e2b2e" providerId="ADAL" clId="{F2FE2281-0170-4AB1-8E07-F51F337AEC7E}" dt="2024-02-25T06:25:40.582" v="779" actId="47"/>
        <pc:sldMkLst>
          <pc:docMk/>
          <pc:sldMk cId="1886221082" sldId="867"/>
        </pc:sldMkLst>
      </pc:sldChg>
      <pc:sldChg chg="addSp delSp modSp add mod modTransition modNotesTx">
        <pc:chgData name="TOMIOKA Rio" userId="f1152ccc-8031-465f-b7e6-eeabb05e2b2e" providerId="ADAL" clId="{F2FE2281-0170-4AB1-8E07-F51F337AEC7E}" dt="2024-02-27T22:46:07.737" v="7588" actId="20577"/>
        <pc:sldMkLst>
          <pc:docMk/>
          <pc:sldMk cId="3442437311" sldId="868"/>
        </pc:sldMkLst>
      </pc:sldChg>
      <pc:sldChg chg="new del">
        <pc:chgData name="TOMIOKA Rio" userId="f1152ccc-8031-465f-b7e6-eeabb05e2b2e" providerId="ADAL" clId="{F2FE2281-0170-4AB1-8E07-F51F337AEC7E}" dt="2024-02-25T06:33:33.750" v="987" actId="47"/>
        <pc:sldMkLst>
          <pc:docMk/>
          <pc:sldMk cId="383509937" sldId="869"/>
        </pc:sldMkLst>
      </pc:sldChg>
      <pc:sldChg chg="addSp delSp modSp add mod delAnim modAnim modNotesTx">
        <pc:chgData name="TOMIOKA Rio" userId="f1152ccc-8031-465f-b7e6-eeabb05e2b2e" providerId="ADAL" clId="{F2FE2281-0170-4AB1-8E07-F51F337AEC7E}" dt="2024-02-27T22:46:11.888" v="7589" actId="20577"/>
        <pc:sldMkLst>
          <pc:docMk/>
          <pc:sldMk cId="1125781074" sldId="870"/>
        </pc:sldMkLst>
      </pc:sldChg>
      <pc:sldChg chg="modSp add del mod">
        <pc:chgData name="TOMIOKA Rio" userId="f1152ccc-8031-465f-b7e6-eeabb05e2b2e" providerId="ADAL" clId="{F2FE2281-0170-4AB1-8E07-F51F337AEC7E}" dt="2024-02-25T07:08:37.945" v="1857" actId="47"/>
        <pc:sldMkLst>
          <pc:docMk/>
          <pc:sldMk cId="3091075203" sldId="871"/>
        </pc:sldMkLst>
      </pc:sldChg>
      <pc:sldChg chg="addSp delSp modSp new mod modAnim">
        <pc:chgData name="TOMIOKA Rio" userId="f1152ccc-8031-465f-b7e6-eeabb05e2b2e" providerId="ADAL" clId="{F2FE2281-0170-4AB1-8E07-F51F337AEC7E}" dt="2024-02-27T04:09:30.143" v="4270" actId="1036"/>
        <pc:sldMkLst>
          <pc:docMk/>
          <pc:sldMk cId="867538254" sldId="872"/>
        </pc:sldMkLst>
      </pc:sldChg>
      <pc:sldChg chg="addSp delSp modSp add mod">
        <pc:chgData name="TOMIOKA Rio" userId="f1152ccc-8031-465f-b7e6-eeabb05e2b2e" providerId="ADAL" clId="{F2FE2281-0170-4AB1-8E07-F51F337AEC7E}" dt="2024-02-27T22:47:42.839" v="7654" actId="1035"/>
        <pc:sldMkLst>
          <pc:docMk/>
          <pc:sldMk cId="1589051127" sldId="873"/>
        </pc:sldMkLst>
      </pc:sldChg>
      <pc:sldChg chg="add del">
        <pc:chgData name="TOMIOKA Rio" userId="f1152ccc-8031-465f-b7e6-eeabb05e2b2e" providerId="ADAL" clId="{F2FE2281-0170-4AB1-8E07-F51F337AEC7E}" dt="2024-02-25T06:45:54.935" v="1417"/>
        <pc:sldMkLst>
          <pc:docMk/>
          <pc:sldMk cId="4014057966" sldId="873"/>
        </pc:sldMkLst>
      </pc:sldChg>
      <pc:sldChg chg="addSp modSp new mod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536223012" sldId="874"/>
        </pc:sldMkLst>
      </pc:sldChg>
      <pc:sldChg chg="new mod setBg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2070249773" sldId="875"/>
        </pc:sldMkLst>
      </pc:sldChg>
      <pc:sldChg chg="addSp modSp new mod modAnim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1829821" sldId="876"/>
        </pc:sldMkLst>
      </pc:sldChg>
      <pc:sldChg chg="addSp delSp modSp new mod">
        <pc:chgData name="TOMIOKA Rio" userId="f1152ccc-8031-465f-b7e6-eeabb05e2b2e" providerId="ADAL" clId="{F2FE2281-0170-4AB1-8E07-F51F337AEC7E}" dt="2024-02-27T22:48:52.332" v="7703"/>
        <pc:sldMkLst>
          <pc:docMk/>
          <pc:sldMk cId="3241147945" sldId="877"/>
        </pc:sldMkLst>
      </pc:sldChg>
      <pc:sldChg chg="modSp add mod">
        <pc:chgData name="TOMIOKA Rio" userId="f1152ccc-8031-465f-b7e6-eeabb05e2b2e" providerId="ADAL" clId="{F2FE2281-0170-4AB1-8E07-F51F337AEC7E}" dt="2024-02-25T07:08:33.681" v="1855" actId="207"/>
        <pc:sldMkLst>
          <pc:docMk/>
          <pc:sldMk cId="974485013" sldId="878"/>
        </pc:sldMkLst>
      </pc:sldChg>
      <pc:sldChg chg="modSp add mod">
        <pc:chgData name="TOMIOKA Rio" userId="f1152ccc-8031-465f-b7e6-eeabb05e2b2e" providerId="ADAL" clId="{F2FE2281-0170-4AB1-8E07-F51F337AEC7E}" dt="2024-02-25T07:08:44.367" v="1859" actId="207"/>
        <pc:sldMkLst>
          <pc:docMk/>
          <pc:sldMk cId="1453689828" sldId="879"/>
        </pc:sldMkLst>
      </pc:sldChg>
      <pc:sldChg chg="addSp delSp modSp new mod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3571981699" sldId="880"/>
        </pc:sldMkLst>
      </pc:sldChg>
      <pc:sldChg chg="addSp delSp modSp new mod modAnim">
        <pc:chgData name="TOMIOKA Rio" userId="f1152ccc-8031-465f-b7e6-eeabb05e2b2e" providerId="ADAL" clId="{F2FE2281-0170-4AB1-8E07-F51F337AEC7E}" dt="2024-02-27T23:05:00.839" v="7827" actId="20577"/>
        <pc:sldMkLst>
          <pc:docMk/>
          <pc:sldMk cId="1897972931" sldId="881"/>
        </pc:sldMkLst>
      </pc:sldChg>
      <pc:sldChg chg="modSp modAnim">
        <pc:chgData name="TOMIOKA Rio" userId="f1152ccc-8031-465f-b7e6-eeabb05e2b2e" providerId="ADAL" clId="{F2FE2281-0170-4AB1-8E07-F51F337AEC7E}" dt="2024-02-28T03:21:02.834" v="7929" actId="20577"/>
        <pc:sldMkLst>
          <pc:docMk/>
          <pc:sldMk cId="2444037343" sldId="882"/>
        </pc:sldMkLst>
      </pc:sldChg>
      <pc:sldChg chg="addSp delSp modSp add del mod ord delAnim modAnim modShow">
        <pc:chgData name="TOMIOKA Rio" userId="f1152ccc-8031-465f-b7e6-eeabb05e2b2e" providerId="ADAL" clId="{F2FE2281-0170-4AB1-8E07-F51F337AEC7E}" dt="2024-02-27T20:47:31.135" v="5107" actId="47"/>
        <pc:sldMkLst>
          <pc:docMk/>
          <pc:sldMk cId="3623169125" sldId="884"/>
        </pc:sldMkLst>
      </pc:sldChg>
      <pc:sldChg chg="addSp delSp modSp add del mod delAnim">
        <pc:chgData name="TOMIOKA Rio" userId="f1152ccc-8031-465f-b7e6-eeabb05e2b2e" providerId="ADAL" clId="{F2FE2281-0170-4AB1-8E07-F51F337AEC7E}" dt="2024-02-26T16:23:09.860" v="3369" actId="47"/>
        <pc:sldMkLst>
          <pc:docMk/>
          <pc:sldMk cId="1407553308" sldId="885"/>
        </pc:sldMkLst>
      </pc:sldChg>
      <pc:sldChg chg="add del">
        <pc:chgData name="TOMIOKA Rio" userId="f1152ccc-8031-465f-b7e6-eeabb05e2b2e" providerId="ADAL" clId="{F2FE2281-0170-4AB1-8E07-F51F337AEC7E}" dt="2024-02-26T16:11:09.065" v="3183" actId="47"/>
        <pc:sldMkLst>
          <pc:docMk/>
          <pc:sldMk cId="428341065" sldId="886"/>
        </pc:sldMkLst>
      </pc:sldChg>
      <pc:sldChg chg="addSp delSp modSp add del mod setBg delAnim modAnim">
        <pc:chgData name="TOMIOKA Rio" userId="f1152ccc-8031-465f-b7e6-eeabb05e2b2e" providerId="ADAL" clId="{F2FE2281-0170-4AB1-8E07-F51F337AEC7E}" dt="2024-02-27T21:00:14.782" v="5399" actId="47"/>
        <pc:sldMkLst>
          <pc:docMk/>
          <pc:sldMk cId="2292564885" sldId="886"/>
        </pc:sldMkLst>
      </pc:sldChg>
      <pc:sldChg chg="addSp delSp modSp add mod modTransition">
        <pc:chgData name="TOMIOKA Rio" userId="f1152ccc-8031-465f-b7e6-eeabb05e2b2e" providerId="ADAL" clId="{F2FE2281-0170-4AB1-8E07-F51F337AEC7E}" dt="2024-02-27T23:22:05.846" v="7885"/>
        <pc:sldMkLst>
          <pc:docMk/>
          <pc:sldMk cId="2623412732" sldId="887"/>
        </pc:sldMkLst>
      </pc:sldChg>
      <pc:sldChg chg="addSp delSp modSp add del mod">
        <pc:chgData name="TOMIOKA Rio" userId="f1152ccc-8031-465f-b7e6-eeabb05e2b2e" providerId="ADAL" clId="{F2FE2281-0170-4AB1-8E07-F51F337AEC7E}" dt="2024-02-27T21:26:24.378" v="5642" actId="47"/>
        <pc:sldMkLst>
          <pc:docMk/>
          <pc:sldMk cId="1212741693" sldId="888"/>
        </pc:sldMkLst>
      </pc:sldChg>
      <pc:sldChg chg="add del">
        <pc:chgData name="TOMIOKA Rio" userId="f1152ccc-8031-465f-b7e6-eeabb05e2b2e" providerId="ADAL" clId="{F2FE2281-0170-4AB1-8E07-F51F337AEC7E}" dt="2024-02-26T16:22:58.781" v="3367" actId="47"/>
        <pc:sldMkLst>
          <pc:docMk/>
          <pc:sldMk cId="2834981760" sldId="889"/>
        </pc:sldMkLst>
      </pc:sldChg>
      <pc:sldChg chg="addSp delSp modSp new mod">
        <pc:chgData name="TOMIOKA Rio" userId="f1152ccc-8031-465f-b7e6-eeabb05e2b2e" providerId="ADAL" clId="{F2FE2281-0170-4AB1-8E07-F51F337AEC7E}" dt="2024-02-27T06:26:43.523" v="4688" actId="1036"/>
        <pc:sldMkLst>
          <pc:docMk/>
          <pc:sldMk cId="3591331849" sldId="889"/>
        </pc:sldMkLst>
      </pc:sldChg>
      <pc:sldChg chg="addSp delSp modSp add mod">
        <pc:chgData name="TOMIOKA Rio" userId="f1152ccc-8031-465f-b7e6-eeabb05e2b2e" providerId="ADAL" clId="{F2FE2281-0170-4AB1-8E07-F51F337AEC7E}" dt="2024-02-27T05:34:59.656" v="4573"/>
        <pc:sldMkLst>
          <pc:docMk/>
          <pc:sldMk cId="90394759" sldId="890"/>
        </pc:sldMkLst>
      </pc:sldChg>
      <pc:sldChg chg="add mod setBg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4273011957" sldId="891"/>
        </pc:sldMkLst>
      </pc:sldChg>
      <pc:sldChg chg="modSp new mod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3111210310" sldId="892"/>
        </pc:sldMkLst>
      </pc:sldChg>
      <pc:sldChg chg="addSp delSp modSp add mod ord addAnim delAnim modAnim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1881037879" sldId="893"/>
        </pc:sldMkLst>
      </pc:sldChg>
      <pc:sldChg chg="modSp new mod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1191950667" sldId="894"/>
        </pc:sldMkLst>
      </pc:sldChg>
      <pc:sldChg chg="modSp new mod modShow">
        <pc:chgData name="TOMIOKA Rio" userId="f1152ccc-8031-465f-b7e6-eeabb05e2b2e" providerId="ADAL" clId="{F2FE2281-0170-4AB1-8E07-F51F337AEC7E}" dt="2024-02-28T03:29:53.171" v="7931" actId="729"/>
        <pc:sldMkLst>
          <pc:docMk/>
          <pc:sldMk cId="2183611700" sldId="895"/>
        </pc:sldMkLst>
      </pc:sldChg>
      <pc:sldChg chg="addSp delSp modSp new mod">
        <pc:chgData name="TOMIOKA Rio" userId="f1152ccc-8031-465f-b7e6-eeabb05e2b2e" providerId="ADAL" clId="{F2FE2281-0170-4AB1-8E07-F51F337AEC7E}" dt="2024-02-27T06:48:18.589" v="4814" actId="1036"/>
        <pc:sldMkLst>
          <pc:docMk/>
          <pc:sldMk cId="2470312836" sldId="896"/>
        </pc:sldMkLst>
      </pc:sldChg>
      <pc:sldChg chg="modSp mod">
        <pc:chgData name="TOMIOKA Rio" userId="f1152ccc-8031-465f-b7e6-eeabb05e2b2e" providerId="ADAL" clId="{F2FE2281-0170-4AB1-8E07-F51F337AEC7E}" dt="2024-02-27T21:57:42.885" v="6474" actId="20577"/>
        <pc:sldMkLst>
          <pc:docMk/>
          <pc:sldMk cId="1941939399" sldId="897"/>
        </pc:sldMkLst>
      </pc:sldChg>
      <pc:sldChg chg="addSp modSp mod modNotesTx">
        <pc:chgData name="TOMIOKA Rio" userId="f1152ccc-8031-465f-b7e6-eeabb05e2b2e" providerId="ADAL" clId="{F2FE2281-0170-4AB1-8E07-F51F337AEC7E}" dt="2024-02-28T03:16:06.511" v="7923" actId="20577"/>
        <pc:sldMkLst>
          <pc:docMk/>
          <pc:sldMk cId="2145379813" sldId="898"/>
        </pc:sldMkLst>
      </pc:sldChg>
      <pc:sldChg chg="modSp mod">
        <pc:chgData name="TOMIOKA Rio" userId="f1152ccc-8031-465f-b7e6-eeabb05e2b2e" providerId="ADAL" clId="{F2FE2281-0170-4AB1-8E07-F51F337AEC7E}" dt="2024-02-27T23:24:00.073" v="7913"/>
        <pc:sldMkLst>
          <pc:docMk/>
          <pc:sldMk cId="3425549292" sldId="899"/>
        </pc:sldMkLst>
      </pc:sldChg>
      <pc:sldChg chg="addSp modSp mod">
        <pc:chgData name="TOMIOKA Rio" userId="f1152ccc-8031-465f-b7e6-eeabb05e2b2e" providerId="ADAL" clId="{F2FE2281-0170-4AB1-8E07-F51F337AEC7E}" dt="2024-02-27T22:47:31.637" v="7649" actId="20577"/>
        <pc:sldMkLst>
          <pc:docMk/>
          <pc:sldMk cId="2487444478" sldId="902"/>
        </pc:sldMkLst>
      </pc:sldChg>
      <pc:sldChg chg="modSp mod">
        <pc:chgData name="TOMIOKA Rio" userId="f1152ccc-8031-465f-b7e6-eeabb05e2b2e" providerId="ADAL" clId="{F2FE2281-0170-4AB1-8E07-F51F337AEC7E}" dt="2024-02-27T22:41:47.647" v="7538" actId="20577"/>
        <pc:sldMkLst>
          <pc:docMk/>
          <pc:sldMk cId="1837192984" sldId="903"/>
        </pc:sldMkLst>
      </pc:sldChg>
      <pc:sldChg chg="modSp add del mod">
        <pc:chgData name="TOMIOKA Rio" userId="f1152ccc-8031-465f-b7e6-eeabb05e2b2e" providerId="ADAL" clId="{F2FE2281-0170-4AB1-8E07-F51F337AEC7E}" dt="2024-02-27T20:30:15.625" v="4882"/>
        <pc:sldMkLst>
          <pc:docMk/>
          <pc:sldMk cId="633916895" sldId="904"/>
        </pc:sldMkLst>
      </pc:sldChg>
      <pc:sldChg chg="addSp delSp modSp add mod">
        <pc:chgData name="TOMIOKA Rio" userId="f1152ccc-8031-465f-b7e6-eeabb05e2b2e" providerId="ADAL" clId="{F2FE2281-0170-4AB1-8E07-F51F337AEC7E}" dt="2024-02-27T23:07:23.038" v="7853" actId="478"/>
        <pc:sldMkLst>
          <pc:docMk/>
          <pc:sldMk cId="2986092129" sldId="904"/>
        </pc:sldMkLst>
      </pc:sldChg>
      <pc:sldChg chg="delSp modSp add mod modTransition">
        <pc:chgData name="TOMIOKA Rio" userId="f1152ccc-8031-465f-b7e6-eeabb05e2b2e" providerId="ADAL" clId="{F2FE2281-0170-4AB1-8E07-F51F337AEC7E}" dt="2024-02-27T23:22:19.447" v="7887"/>
        <pc:sldMkLst>
          <pc:docMk/>
          <pc:sldMk cId="667643046" sldId="905"/>
        </pc:sldMkLst>
      </pc:sldChg>
      <pc:sldChg chg="addSp delSp modSp add mod modTransition">
        <pc:chgData name="TOMIOKA Rio" userId="f1152ccc-8031-465f-b7e6-eeabb05e2b2e" providerId="ADAL" clId="{F2FE2281-0170-4AB1-8E07-F51F337AEC7E}" dt="2024-02-27T23:22:22.182" v="7888"/>
        <pc:sldMkLst>
          <pc:docMk/>
          <pc:sldMk cId="3762224334" sldId="906"/>
        </pc:sldMkLst>
      </pc:sldChg>
      <pc:sldChg chg="addSp delSp modSp add mod modTransition">
        <pc:chgData name="TOMIOKA Rio" userId="f1152ccc-8031-465f-b7e6-eeabb05e2b2e" providerId="ADAL" clId="{F2FE2281-0170-4AB1-8E07-F51F337AEC7E}" dt="2024-02-27T23:22:25.479" v="7889"/>
        <pc:sldMkLst>
          <pc:docMk/>
          <pc:sldMk cId="1909201417" sldId="907"/>
        </pc:sldMkLst>
      </pc:sldChg>
      <pc:sldChg chg="addSp delSp modSp add mod modTransition delAnim modAnim">
        <pc:chgData name="TOMIOKA Rio" userId="f1152ccc-8031-465f-b7e6-eeabb05e2b2e" providerId="ADAL" clId="{F2FE2281-0170-4AB1-8E07-F51F337AEC7E}" dt="2024-02-27T23:22:37.621" v="7893"/>
        <pc:sldMkLst>
          <pc:docMk/>
          <pc:sldMk cId="1722135487" sldId="908"/>
        </pc:sldMkLst>
      </pc:sldChg>
      <pc:sldChg chg="addSp delSp modSp add mod modTransition modAnim">
        <pc:chgData name="TOMIOKA Rio" userId="f1152ccc-8031-465f-b7e6-eeabb05e2b2e" providerId="ADAL" clId="{F2FE2281-0170-4AB1-8E07-F51F337AEC7E}" dt="2024-02-28T03:19:32.320" v="7924"/>
        <pc:sldMkLst>
          <pc:docMk/>
          <pc:sldMk cId="1504863982" sldId="909"/>
        </pc:sldMkLst>
      </pc:sldChg>
      <pc:sldChg chg="addSp delSp modSp add mod">
        <pc:chgData name="TOMIOKA Rio" userId="f1152ccc-8031-465f-b7e6-eeabb05e2b2e" providerId="ADAL" clId="{F2FE2281-0170-4AB1-8E07-F51F337AEC7E}" dt="2024-02-27T23:20:14.839" v="7876" actId="478"/>
        <pc:sldMkLst>
          <pc:docMk/>
          <pc:sldMk cId="658572110" sldId="910"/>
        </pc:sldMkLst>
      </pc:sldChg>
      <pc:sldChg chg="addSp modSp add del mod">
        <pc:chgData name="TOMIOKA Rio" userId="f1152ccc-8031-465f-b7e6-eeabb05e2b2e" providerId="ADAL" clId="{F2FE2281-0170-4AB1-8E07-F51F337AEC7E}" dt="2024-02-27T23:21:39.667" v="7884" actId="47"/>
        <pc:sldMkLst>
          <pc:docMk/>
          <pc:sldMk cId="3808087236" sldId="911"/>
        </pc:sldMkLst>
      </pc:sldChg>
      <pc:sldChg chg="addSp delSp modSp add mod modTransition addAnim delAnim modAnim">
        <pc:chgData name="TOMIOKA Rio" userId="f1152ccc-8031-465f-b7e6-eeabb05e2b2e" providerId="ADAL" clId="{F2FE2281-0170-4AB1-8E07-F51F337AEC7E}" dt="2024-02-27T23:22:10.350" v="7886"/>
        <pc:sldMkLst>
          <pc:docMk/>
          <pc:sldMk cId="3288905190" sldId="912"/>
        </pc:sldMkLst>
      </pc:sldChg>
      <pc:sldChg chg="add del">
        <pc:chgData name="TOMIOKA Rio" userId="f1152ccc-8031-465f-b7e6-eeabb05e2b2e" providerId="ADAL" clId="{F2FE2281-0170-4AB1-8E07-F51F337AEC7E}" dt="2024-02-27T21:28:15.744" v="5646" actId="47"/>
        <pc:sldMkLst>
          <pc:docMk/>
          <pc:sldMk cId="3366827731" sldId="913"/>
        </pc:sldMkLst>
      </pc:sldChg>
      <pc:sldChg chg="modNotesTx">
        <pc:chgData name="TOMIOKA Rio" userId="f1152ccc-8031-465f-b7e6-eeabb05e2b2e" providerId="ADAL" clId="{F2FE2281-0170-4AB1-8E07-F51F337AEC7E}" dt="2024-03-01T00:30:08.753" v="8396"/>
        <pc:sldMkLst>
          <pc:docMk/>
          <pc:sldMk cId="722219049" sldId="920"/>
        </pc:sldMkLst>
      </pc:sldChg>
      <pc:sldChg chg="modNotesTx">
        <pc:chgData name="TOMIOKA Rio" userId="f1152ccc-8031-465f-b7e6-eeabb05e2b2e" providerId="ADAL" clId="{F2FE2281-0170-4AB1-8E07-F51F337AEC7E}" dt="2024-03-01T00:30:17.140" v="8397"/>
        <pc:sldMkLst>
          <pc:docMk/>
          <pc:sldMk cId="1568165826" sldId="922"/>
        </pc:sldMkLst>
      </pc:sldChg>
      <pc:sldChg chg="addSp delSp modSp mod">
        <pc:chgData name="TOMIOKA Rio" userId="f1152ccc-8031-465f-b7e6-eeabb05e2b2e" providerId="ADAL" clId="{F2FE2281-0170-4AB1-8E07-F51F337AEC7E}" dt="2024-03-01T00:24:07.542" v="8342"/>
        <pc:sldMkLst>
          <pc:docMk/>
          <pc:sldMk cId="1420230515" sldId="926"/>
        </pc:sldMkLst>
      </pc:sldChg>
      <pc:sldChg chg="modNotesTx">
        <pc:chgData name="TOMIOKA Rio" userId="f1152ccc-8031-465f-b7e6-eeabb05e2b2e" providerId="ADAL" clId="{F2FE2281-0170-4AB1-8E07-F51F337AEC7E}" dt="2024-03-01T00:30:25.464" v="8398"/>
        <pc:sldMkLst>
          <pc:docMk/>
          <pc:sldMk cId="2868470925" sldId="940"/>
        </pc:sldMkLst>
      </pc:sldChg>
      <pc:sldChg chg="del mod modShow">
        <pc:chgData name="TOMIOKA Rio" userId="f1152ccc-8031-465f-b7e6-eeabb05e2b2e" providerId="ADAL" clId="{F2FE2281-0170-4AB1-8E07-F51F337AEC7E}" dt="2024-03-01T00:31:42.438" v="8407" actId="2696"/>
        <pc:sldMkLst>
          <pc:docMk/>
          <pc:sldMk cId="42711200" sldId="942"/>
        </pc:sldMkLst>
      </pc:sldChg>
      <pc:sldChg chg="add">
        <pc:chgData name="TOMIOKA Rio" userId="f1152ccc-8031-465f-b7e6-eeabb05e2b2e" providerId="ADAL" clId="{F2FE2281-0170-4AB1-8E07-F51F337AEC7E}" dt="2024-03-01T00:31:50.107" v="8408"/>
        <pc:sldMkLst>
          <pc:docMk/>
          <pc:sldMk cId="3637082420" sldId="942"/>
        </pc:sldMkLst>
      </pc:sldChg>
      <pc:sldChg chg="del">
        <pc:chgData name="TOMIOKA Rio" userId="f1152ccc-8031-465f-b7e6-eeabb05e2b2e" providerId="ADAL" clId="{F2FE2281-0170-4AB1-8E07-F51F337AEC7E}" dt="2024-02-29T23:05:57.562" v="7943" actId="2696"/>
        <pc:sldMkLst>
          <pc:docMk/>
          <pc:sldMk cId="766883209" sldId="943"/>
        </pc:sldMkLst>
      </pc:sldChg>
      <pc:sldChg chg="modSp add mod modNotesTx">
        <pc:chgData name="TOMIOKA Rio" userId="f1152ccc-8031-465f-b7e6-eeabb05e2b2e" providerId="ADAL" clId="{F2FE2281-0170-4AB1-8E07-F51F337AEC7E}" dt="2024-03-01T00:30:55.331" v="8401"/>
        <pc:sldMkLst>
          <pc:docMk/>
          <pc:sldMk cId="2832856997" sldId="943"/>
        </pc:sldMkLst>
      </pc:sldChg>
      <pc:sldChg chg="del mod modShow">
        <pc:chgData name="TOMIOKA Rio" userId="f1152ccc-8031-465f-b7e6-eeabb05e2b2e" providerId="ADAL" clId="{F2FE2281-0170-4AB1-8E07-F51F337AEC7E}" dt="2024-03-01T00:32:04.537" v="8409" actId="2696"/>
        <pc:sldMkLst>
          <pc:docMk/>
          <pc:sldMk cId="76450075" sldId="944"/>
        </pc:sldMkLst>
      </pc:sldChg>
      <pc:sldChg chg="add">
        <pc:chgData name="TOMIOKA Rio" userId="f1152ccc-8031-465f-b7e6-eeabb05e2b2e" providerId="ADAL" clId="{F2FE2281-0170-4AB1-8E07-F51F337AEC7E}" dt="2024-03-01T00:32:11.606" v="8410"/>
        <pc:sldMkLst>
          <pc:docMk/>
          <pc:sldMk cId="2622934928" sldId="944"/>
        </pc:sldMkLst>
      </pc:sldChg>
      <pc:sldChg chg="del mod modShow">
        <pc:chgData name="TOMIOKA Rio" userId="f1152ccc-8031-465f-b7e6-eeabb05e2b2e" providerId="ADAL" clId="{F2FE2281-0170-4AB1-8E07-F51F337AEC7E}" dt="2024-03-01T00:32:04.537" v="8409" actId="2696"/>
        <pc:sldMkLst>
          <pc:docMk/>
          <pc:sldMk cId="3005775462" sldId="945"/>
        </pc:sldMkLst>
      </pc:sldChg>
      <pc:sldChg chg="add">
        <pc:chgData name="TOMIOKA Rio" userId="f1152ccc-8031-465f-b7e6-eeabb05e2b2e" providerId="ADAL" clId="{F2FE2281-0170-4AB1-8E07-F51F337AEC7E}" dt="2024-03-01T00:32:11.606" v="8410"/>
        <pc:sldMkLst>
          <pc:docMk/>
          <pc:sldMk cId="3167701429" sldId="945"/>
        </pc:sldMkLst>
      </pc:sldChg>
      <pc:sldChg chg="add">
        <pc:chgData name="TOMIOKA Rio" userId="f1152ccc-8031-465f-b7e6-eeabb05e2b2e" providerId="ADAL" clId="{F2FE2281-0170-4AB1-8E07-F51F337AEC7E}" dt="2024-03-01T00:31:50.107" v="8408"/>
        <pc:sldMkLst>
          <pc:docMk/>
          <pc:sldMk cId="1734188444" sldId="947"/>
        </pc:sldMkLst>
      </pc:sldChg>
      <pc:sldChg chg="del mod modShow">
        <pc:chgData name="TOMIOKA Rio" userId="f1152ccc-8031-465f-b7e6-eeabb05e2b2e" providerId="ADAL" clId="{F2FE2281-0170-4AB1-8E07-F51F337AEC7E}" dt="2024-03-01T00:31:42.438" v="8407" actId="2696"/>
        <pc:sldMkLst>
          <pc:docMk/>
          <pc:sldMk cId="3151850794" sldId="947"/>
        </pc:sldMkLst>
      </pc:sldChg>
      <pc:sldChg chg="modSp add mod modNotesTx">
        <pc:chgData name="TOMIOKA Rio" userId="f1152ccc-8031-465f-b7e6-eeabb05e2b2e" providerId="ADAL" clId="{F2FE2281-0170-4AB1-8E07-F51F337AEC7E}" dt="2024-03-01T00:31:07.733" v="8402"/>
        <pc:sldMkLst>
          <pc:docMk/>
          <pc:sldMk cId="47022523" sldId="948"/>
        </pc:sldMkLst>
      </pc:sldChg>
      <pc:sldChg chg="del">
        <pc:chgData name="TOMIOKA Rio" userId="f1152ccc-8031-465f-b7e6-eeabb05e2b2e" providerId="ADAL" clId="{F2FE2281-0170-4AB1-8E07-F51F337AEC7E}" dt="2024-02-29T23:05:57.562" v="7943" actId="2696"/>
        <pc:sldMkLst>
          <pc:docMk/>
          <pc:sldMk cId="1993284671" sldId="948"/>
        </pc:sldMkLst>
      </pc:sldChg>
      <pc:sldChg chg="del">
        <pc:chgData name="TOMIOKA Rio" userId="f1152ccc-8031-465f-b7e6-eeabb05e2b2e" providerId="ADAL" clId="{F2FE2281-0170-4AB1-8E07-F51F337AEC7E}" dt="2024-02-29T23:05:57.562" v="7943" actId="2696"/>
        <pc:sldMkLst>
          <pc:docMk/>
          <pc:sldMk cId="2439750642" sldId="949"/>
        </pc:sldMkLst>
      </pc:sldChg>
      <pc:sldChg chg="modSp add mod modNotesTx">
        <pc:chgData name="TOMIOKA Rio" userId="f1152ccc-8031-465f-b7e6-eeabb05e2b2e" providerId="ADAL" clId="{F2FE2281-0170-4AB1-8E07-F51F337AEC7E}" dt="2024-03-01T00:31:13.828" v="8403"/>
        <pc:sldMkLst>
          <pc:docMk/>
          <pc:sldMk cId="4132533854" sldId="949"/>
        </pc:sldMkLst>
      </pc:sldChg>
      <pc:sldChg chg="del">
        <pc:chgData name="TOMIOKA Rio" userId="f1152ccc-8031-465f-b7e6-eeabb05e2b2e" providerId="ADAL" clId="{F2FE2281-0170-4AB1-8E07-F51F337AEC7E}" dt="2024-02-29T23:05:57.562" v="7943" actId="2696"/>
        <pc:sldMkLst>
          <pc:docMk/>
          <pc:sldMk cId="955589608" sldId="950"/>
        </pc:sldMkLst>
      </pc:sldChg>
      <pc:sldChg chg="modSp add mod modNotesTx">
        <pc:chgData name="TOMIOKA Rio" userId="f1152ccc-8031-465f-b7e6-eeabb05e2b2e" providerId="ADAL" clId="{F2FE2281-0170-4AB1-8E07-F51F337AEC7E}" dt="2024-03-01T00:31:20.413" v="8404"/>
        <pc:sldMkLst>
          <pc:docMk/>
          <pc:sldMk cId="1086255655" sldId="950"/>
        </pc:sldMkLst>
      </pc:sldChg>
      <pc:sldChg chg="addSp delSp modSp add del mod">
        <pc:chgData name="TOMIOKA Rio" userId="f1152ccc-8031-465f-b7e6-eeabb05e2b2e" providerId="ADAL" clId="{F2FE2281-0170-4AB1-8E07-F51F337AEC7E}" dt="2024-02-29T23:05:57.562" v="7943" actId="2696"/>
        <pc:sldMkLst>
          <pc:docMk/>
          <pc:sldMk cId="882821477" sldId="951"/>
        </pc:sldMkLst>
      </pc:sldChg>
      <pc:sldChg chg="modSp add mod modNotesTx">
        <pc:chgData name="TOMIOKA Rio" userId="f1152ccc-8031-465f-b7e6-eeabb05e2b2e" providerId="ADAL" clId="{F2FE2281-0170-4AB1-8E07-F51F337AEC7E}" dt="2024-03-01T00:31:26.491" v="8405"/>
        <pc:sldMkLst>
          <pc:docMk/>
          <pc:sldMk cId="3855778183" sldId="951"/>
        </pc:sldMkLst>
      </pc:sldChg>
      <pc:sldChg chg="addSp delSp modSp new mod modNotesTx">
        <pc:chgData name="TOMIOKA Rio" userId="f1152ccc-8031-465f-b7e6-eeabb05e2b2e" providerId="ADAL" clId="{F2FE2281-0170-4AB1-8E07-F51F337AEC7E}" dt="2024-03-01T00:30:41.051" v="8399"/>
        <pc:sldMkLst>
          <pc:docMk/>
          <pc:sldMk cId="344343776" sldId="952"/>
        </pc:sldMkLst>
      </pc:sldChg>
      <pc:sldChg chg="addSp delSp modSp add mod">
        <pc:chgData name="TOMIOKA Rio" userId="f1152ccc-8031-465f-b7e6-eeabb05e2b2e" providerId="ADAL" clId="{F2FE2281-0170-4AB1-8E07-F51F337AEC7E}" dt="2024-02-29T23:21:07.123" v="8197" actId="207"/>
        <pc:sldMkLst>
          <pc:docMk/>
          <pc:sldMk cId="416696708" sldId="953"/>
        </pc:sldMkLst>
      </pc:sldChg>
      <pc:sldChg chg="addSp modSp add mod modNotesTx">
        <pc:chgData name="TOMIOKA Rio" userId="f1152ccc-8031-465f-b7e6-eeabb05e2b2e" providerId="ADAL" clId="{F2FE2281-0170-4AB1-8E07-F51F337AEC7E}" dt="2024-03-01T00:30:46.535" v="8400"/>
        <pc:sldMkLst>
          <pc:docMk/>
          <pc:sldMk cId="2696775518" sldId="954"/>
        </pc:sldMkLst>
      </pc:sldChg>
      <pc:sldChg chg="addSp delSp modSp add mod modNotesTx">
        <pc:chgData name="TOMIOKA Rio" userId="f1152ccc-8031-465f-b7e6-eeabb05e2b2e" providerId="ADAL" clId="{F2FE2281-0170-4AB1-8E07-F51F337AEC7E}" dt="2024-03-01T00:31:32.044" v="8406"/>
        <pc:sldMkLst>
          <pc:docMk/>
          <pc:sldMk cId="2370524846" sldId="955"/>
        </pc:sldMkLst>
      </pc:sldChg>
      <pc:sldChg chg="add del">
        <pc:chgData name="TOMIOKA Rio" userId="f1152ccc-8031-465f-b7e6-eeabb05e2b2e" providerId="ADAL" clId="{F2FE2281-0170-4AB1-8E07-F51F337AEC7E}" dt="2024-03-01T00:21:24.979" v="8296" actId="47"/>
        <pc:sldMkLst>
          <pc:docMk/>
          <pc:sldMk cId="1546070062" sldId="956"/>
        </pc:sldMkLst>
      </pc:sldChg>
      <pc:sldChg chg="addSp delSp modSp add del mod">
        <pc:chgData name="TOMIOKA Rio" userId="f1152ccc-8031-465f-b7e6-eeabb05e2b2e" providerId="ADAL" clId="{F2FE2281-0170-4AB1-8E07-F51F337AEC7E}" dt="2024-03-01T00:31:42.438" v="8407" actId="2696"/>
        <pc:sldMkLst>
          <pc:docMk/>
          <pc:sldMk cId="610712944" sldId="957"/>
        </pc:sldMkLst>
      </pc:sldChg>
      <pc:sldChg chg="add">
        <pc:chgData name="TOMIOKA Rio" userId="f1152ccc-8031-465f-b7e6-eeabb05e2b2e" providerId="ADAL" clId="{F2FE2281-0170-4AB1-8E07-F51F337AEC7E}" dt="2024-03-01T00:31:50.107" v="8408"/>
        <pc:sldMkLst>
          <pc:docMk/>
          <pc:sldMk cId="3158157133" sldId="957"/>
        </pc:sldMkLst>
      </pc:sldChg>
      <pc:sldChg chg="delSp modSp add del mod">
        <pc:chgData name="TOMIOKA Rio" userId="f1152ccc-8031-465f-b7e6-eeabb05e2b2e" providerId="ADAL" clId="{F2FE2281-0170-4AB1-8E07-F51F337AEC7E}" dt="2024-03-01T00:31:42.438" v="8407" actId="2696"/>
        <pc:sldMkLst>
          <pc:docMk/>
          <pc:sldMk cId="1371513911" sldId="958"/>
        </pc:sldMkLst>
      </pc:sldChg>
      <pc:sldChg chg="add">
        <pc:chgData name="TOMIOKA Rio" userId="f1152ccc-8031-465f-b7e6-eeabb05e2b2e" providerId="ADAL" clId="{F2FE2281-0170-4AB1-8E07-F51F337AEC7E}" dt="2024-03-01T00:31:50.107" v="8408"/>
        <pc:sldMkLst>
          <pc:docMk/>
          <pc:sldMk cId="3753477155" sldId="958"/>
        </pc:sldMkLst>
      </pc:sldChg>
      <pc:sldChg chg="addSp delSp modSp add mod">
        <pc:chgData name="TOMIOKA Rio" userId="f1152ccc-8031-465f-b7e6-eeabb05e2b2e" providerId="ADAL" clId="{F2FE2281-0170-4AB1-8E07-F51F337AEC7E}" dt="2024-03-01T00:26:43.388" v="8395" actId="207"/>
        <pc:sldMkLst>
          <pc:docMk/>
          <pc:sldMk cId="729482633" sldId="959"/>
        </pc:sldMkLst>
      </pc:sldChg>
      <pc:sldMasterChg chg="modSp setBg addSldLayout delSldLayout modSldLayout">
        <pc:chgData name="TOMIOKA Rio" userId="f1152ccc-8031-465f-b7e6-eeabb05e2b2e" providerId="ADAL" clId="{F2FE2281-0170-4AB1-8E07-F51F337AEC7E}" dt="2024-02-26T16:20:38.280" v="3338"/>
        <pc:sldMasterMkLst>
          <pc:docMk/>
          <pc:sldMasterMk cId="2199914555" sldId="2147483660"/>
        </pc:sldMasterMkLst>
        <pc:sldLayoutChg chg="setBg">
          <pc:chgData name="TOMIOKA Rio" userId="f1152ccc-8031-465f-b7e6-eeabb05e2b2e" providerId="ADAL" clId="{F2FE2281-0170-4AB1-8E07-F51F337AEC7E}" dt="2024-02-26T16:20:38.280" v="3338"/>
          <pc:sldLayoutMkLst>
            <pc:docMk/>
            <pc:sldMasterMk cId="2199914555" sldId="2147483660"/>
            <pc:sldLayoutMk cId="2251962543" sldId="2147483661"/>
          </pc:sldLayoutMkLst>
        </pc:sldLayoutChg>
        <pc:sldLayoutChg chg="setBg">
          <pc:chgData name="TOMIOKA Rio" userId="f1152ccc-8031-465f-b7e6-eeabb05e2b2e" providerId="ADAL" clId="{F2FE2281-0170-4AB1-8E07-F51F337AEC7E}" dt="2024-02-26T16:20:38.280" v="3338"/>
          <pc:sldLayoutMkLst>
            <pc:docMk/>
            <pc:sldMasterMk cId="2199914555" sldId="2147483660"/>
            <pc:sldLayoutMk cId="1662456475" sldId="2147483662"/>
          </pc:sldLayoutMkLst>
        </pc:sldLayoutChg>
        <pc:sldLayoutChg chg="del">
          <pc:chgData name="TOMIOKA Rio" userId="f1152ccc-8031-465f-b7e6-eeabb05e2b2e" providerId="ADAL" clId="{F2FE2281-0170-4AB1-8E07-F51F337AEC7E}" dt="2024-02-25T06:11:17.667" v="20" actId="2696"/>
          <pc:sldLayoutMkLst>
            <pc:docMk/>
            <pc:sldMasterMk cId="2199914555" sldId="2147483660"/>
            <pc:sldLayoutMk cId="3294308859" sldId="2147483664"/>
          </pc:sldLayoutMkLst>
        </pc:sldLayoutChg>
        <pc:sldLayoutChg chg="setBg">
          <pc:chgData name="TOMIOKA Rio" userId="f1152ccc-8031-465f-b7e6-eeabb05e2b2e" providerId="ADAL" clId="{F2FE2281-0170-4AB1-8E07-F51F337AEC7E}" dt="2024-02-26T16:20:38.280" v="3338"/>
          <pc:sldLayoutMkLst>
            <pc:docMk/>
            <pc:sldMasterMk cId="2199914555" sldId="2147483660"/>
            <pc:sldLayoutMk cId="3723620059" sldId="2147483665"/>
          </pc:sldLayoutMkLst>
        </pc:sldLayoutChg>
        <pc:sldLayoutChg chg="addSp modSp new mod setBg">
          <pc:chgData name="TOMIOKA Rio" userId="f1152ccc-8031-465f-b7e6-eeabb05e2b2e" providerId="ADAL" clId="{F2FE2281-0170-4AB1-8E07-F51F337AEC7E}" dt="2024-02-26T16:20:38.280" v="3338"/>
          <pc:sldLayoutMkLst>
            <pc:docMk/>
            <pc:sldMasterMk cId="2199914555" sldId="2147483660"/>
            <pc:sldLayoutMk cId="74693257" sldId="2147483666"/>
          </pc:sldLayoutMkLst>
        </pc:sldLayoutChg>
        <pc:sldLayoutChg chg="delSp new mod setBg">
          <pc:chgData name="TOMIOKA Rio" userId="f1152ccc-8031-465f-b7e6-eeabb05e2b2e" providerId="ADAL" clId="{F2FE2281-0170-4AB1-8E07-F51F337AEC7E}" dt="2024-02-26T16:20:38.280" v="3338"/>
          <pc:sldLayoutMkLst>
            <pc:docMk/>
            <pc:sldMasterMk cId="2199914555" sldId="2147483660"/>
            <pc:sldLayoutMk cId="2693482992" sldId="2147483667"/>
          </pc:sldLayoutMkLst>
        </pc:sldLayoutChg>
      </pc:sldMasterChg>
    </pc:docChg>
  </pc:docChgLst>
  <pc:docChgLst>
    <pc:chgData name="TOMIOKA Rio" userId="f1152ccc-8031-465f-b7e6-eeabb05e2b2e" providerId="ADAL" clId="{E439E026-F255-1645-8D24-552EDF281CF7}"/>
    <pc:docChg chg="undo custSel addSld delSld modSld sldOrd">
      <pc:chgData name="TOMIOKA Rio" userId="f1152ccc-8031-465f-b7e6-eeabb05e2b2e" providerId="ADAL" clId="{E439E026-F255-1645-8D24-552EDF281CF7}" dt="2025-06-20T00:38:45.741" v="11604" actId="20577"/>
      <pc:docMkLst>
        <pc:docMk/>
      </pc:docMkLst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1013630466" sldId="937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2442150187" sldId="1007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2975710942" sldId="1008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3899068254" sldId="1019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3282633201" sldId="1021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927156393" sldId="1027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1674130267" sldId="1029"/>
        </pc:sldMkLst>
      </pc:sldChg>
      <pc:sldChg chg="add del ord">
        <pc:chgData name="TOMIOKA Rio" userId="f1152ccc-8031-465f-b7e6-eeabb05e2b2e" providerId="ADAL" clId="{E439E026-F255-1645-8D24-552EDF281CF7}" dt="2025-06-18T09:18:22.448" v="6323" actId="2696"/>
        <pc:sldMkLst>
          <pc:docMk/>
          <pc:sldMk cId="461107487" sldId="1030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1531164212" sldId="1031"/>
        </pc:sldMkLst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1244106522" sldId="1070"/>
        </pc:sldMkLst>
      </pc:sldChg>
      <pc:sldChg chg="del">
        <pc:chgData name="TOMIOKA Rio" userId="f1152ccc-8031-465f-b7e6-eeabb05e2b2e" providerId="ADAL" clId="{E439E026-F255-1645-8D24-552EDF281CF7}" dt="2025-06-18T07:07:21.238" v="3399" actId="2696"/>
        <pc:sldMkLst>
          <pc:docMk/>
          <pc:sldMk cId="258665843" sldId="1500"/>
        </pc:sldMkLst>
      </pc:sldChg>
      <pc:sldChg chg="del">
        <pc:chgData name="TOMIOKA Rio" userId="f1152ccc-8031-465f-b7e6-eeabb05e2b2e" providerId="ADAL" clId="{E439E026-F255-1645-8D24-552EDF281CF7}" dt="2025-06-18T07:07:21.060" v="3380" actId="2696"/>
        <pc:sldMkLst>
          <pc:docMk/>
          <pc:sldMk cId="1242448314" sldId="1501"/>
        </pc:sldMkLst>
      </pc:sldChg>
      <pc:sldChg chg="del">
        <pc:chgData name="TOMIOKA Rio" userId="f1152ccc-8031-465f-b7e6-eeabb05e2b2e" providerId="ADAL" clId="{E439E026-F255-1645-8D24-552EDF281CF7}" dt="2025-06-18T07:07:21.328" v="3401" actId="2696"/>
        <pc:sldMkLst>
          <pc:docMk/>
          <pc:sldMk cId="394081761" sldId="1502"/>
        </pc:sldMkLst>
      </pc:sldChg>
      <pc:sldChg chg="del">
        <pc:chgData name="TOMIOKA Rio" userId="f1152ccc-8031-465f-b7e6-eeabb05e2b2e" providerId="ADAL" clId="{E439E026-F255-1645-8D24-552EDF281CF7}" dt="2025-06-18T07:07:21.057" v="3378" actId="2696"/>
        <pc:sldMkLst>
          <pc:docMk/>
          <pc:sldMk cId="1234152884" sldId="1509"/>
        </pc:sldMkLst>
      </pc:sldChg>
      <pc:sldChg chg="del">
        <pc:chgData name="TOMIOKA Rio" userId="f1152ccc-8031-465f-b7e6-eeabb05e2b2e" providerId="ADAL" clId="{E439E026-F255-1645-8D24-552EDF281CF7}" dt="2025-06-18T07:07:21.116" v="3384" actId="2696"/>
        <pc:sldMkLst>
          <pc:docMk/>
          <pc:sldMk cId="2463396928" sldId="1510"/>
        </pc:sldMkLst>
      </pc:sldChg>
      <pc:sldChg chg="del">
        <pc:chgData name="TOMIOKA Rio" userId="f1152ccc-8031-465f-b7e6-eeabb05e2b2e" providerId="ADAL" clId="{E439E026-F255-1645-8D24-552EDF281CF7}" dt="2025-06-18T07:07:21.051" v="3376" actId="2696"/>
        <pc:sldMkLst>
          <pc:docMk/>
          <pc:sldMk cId="1379499874" sldId="1512"/>
        </pc:sldMkLst>
      </pc:sldChg>
      <pc:sldChg chg="del">
        <pc:chgData name="TOMIOKA Rio" userId="f1152ccc-8031-465f-b7e6-eeabb05e2b2e" providerId="ADAL" clId="{E439E026-F255-1645-8D24-552EDF281CF7}" dt="2025-06-18T07:07:21.133" v="3386" actId="2696"/>
        <pc:sldMkLst>
          <pc:docMk/>
          <pc:sldMk cId="541369649" sldId="1513"/>
        </pc:sldMkLst>
      </pc:sldChg>
      <pc:sldChg chg="del">
        <pc:chgData name="TOMIOKA Rio" userId="f1152ccc-8031-465f-b7e6-eeabb05e2b2e" providerId="ADAL" clId="{E439E026-F255-1645-8D24-552EDF281CF7}" dt="2025-06-18T07:07:21.234" v="3395" actId="2696"/>
        <pc:sldMkLst>
          <pc:docMk/>
          <pc:sldMk cId="1027786732" sldId="1514"/>
        </pc:sldMkLst>
      </pc:sldChg>
      <pc:sldChg chg="del">
        <pc:chgData name="TOMIOKA Rio" userId="f1152ccc-8031-465f-b7e6-eeabb05e2b2e" providerId="ADAL" clId="{E439E026-F255-1645-8D24-552EDF281CF7}" dt="2025-06-18T07:07:21.054" v="3377" actId="2696"/>
        <pc:sldMkLst>
          <pc:docMk/>
          <pc:sldMk cId="380047922" sldId="1515"/>
        </pc:sldMkLst>
      </pc:sldChg>
      <pc:sldChg chg="del">
        <pc:chgData name="TOMIOKA Rio" userId="f1152ccc-8031-465f-b7e6-eeabb05e2b2e" providerId="ADAL" clId="{E439E026-F255-1645-8D24-552EDF281CF7}" dt="2025-06-18T07:07:21.091" v="3383" actId="2696"/>
        <pc:sldMkLst>
          <pc:docMk/>
          <pc:sldMk cId="4231389394" sldId="1517"/>
        </pc:sldMkLst>
      </pc:sldChg>
      <pc:sldChg chg="del">
        <pc:chgData name="TOMIOKA Rio" userId="f1152ccc-8031-465f-b7e6-eeabb05e2b2e" providerId="ADAL" clId="{E439E026-F255-1645-8D24-552EDF281CF7}" dt="2025-06-18T07:07:21.135" v="3388" actId="2696"/>
        <pc:sldMkLst>
          <pc:docMk/>
          <pc:sldMk cId="1243754487" sldId="1518"/>
        </pc:sldMkLst>
      </pc:sldChg>
      <pc:sldChg chg="del">
        <pc:chgData name="TOMIOKA Rio" userId="f1152ccc-8031-465f-b7e6-eeabb05e2b2e" providerId="ADAL" clId="{E439E026-F255-1645-8D24-552EDF281CF7}" dt="2025-06-18T07:07:21.235" v="3396" actId="2696"/>
        <pc:sldMkLst>
          <pc:docMk/>
          <pc:sldMk cId="1262676404" sldId="1519"/>
        </pc:sldMkLst>
      </pc:sldChg>
      <pc:sldChg chg="del">
        <pc:chgData name="TOMIOKA Rio" userId="f1152ccc-8031-465f-b7e6-eeabb05e2b2e" providerId="ADAL" clId="{E439E026-F255-1645-8D24-552EDF281CF7}" dt="2025-06-18T07:07:21.063" v="3382" actId="2696"/>
        <pc:sldMkLst>
          <pc:docMk/>
          <pc:sldMk cId="2284362790" sldId="1521"/>
        </pc:sldMkLst>
      </pc:sldChg>
      <pc:sldChg chg="del">
        <pc:chgData name="TOMIOKA Rio" userId="f1152ccc-8031-465f-b7e6-eeabb05e2b2e" providerId="ADAL" clId="{E439E026-F255-1645-8D24-552EDF281CF7}" dt="2025-06-18T07:07:21.061" v="3381" actId="2696"/>
        <pc:sldMkLst>
          <pc:docMk/>
          <pc:sldMk cId="2797929106" sldId="1524"/>
        </pc:sldMkLst>
      </pc:sldChg>
      <pc:sldChg chg="del">
        <pc:chgData name="TOMIOKA Rio" userId="f1152ccc-8031-465f-b7e6-eeabb05e2b2e" providerId="ADAL" clId="{E439E026-F255-1645-8D24-552EDF281CF7}" dt="2025-06-18T07:07:21.236" v="3397" actId="2696"/>
        <pc:sldMkLst>
          <pc:docMk/>
          <pc:sldMk cId="809364378" sldId="1525"/>
        </pc:sldMkLst>
      </pc:sldChg>
      <pc:sldChg chg="modSp mod">
        <pc:chgData name="TOMIOKA Rio" userId="f1152ccc-8031-465f-b7e6-eeabb05e2b2e" providerId="ADAL" clId="{E439E026-F255-1645-8D24-552EDF281CF7}" dt="2025-06-18T03:38:41.335" v="3"/>
        <pc:sldMkLst>
          <pc:docMk/>
          <pc:sldMk cId="2476757361" sldId="1540"/>
        </pc:sldMkLst>
        <pc:spChg chg="mod">
          <ac:chgData name="TOMIOKA Rio" userId="f1152ccc-8031-465f-b7e6-eeabb05e2b2e" providerId="ADAL" clId="{E439E026-F255-1645-8D24-552EDF281CF7}" dt="2025-06-18T03:38:41.335" v="3"/>
          <ac:spMkLst>
            <pc:docMk/>
            <pc:sldMk cId="2476757361" sldId="1540"/>
            <ac:spMk id="5" creationId="{5273AFB5-4A70-4260-E8EF-3F7FA6D9E137}"/>
          </ac:spMkLst>
        </pc:spChg>
      </pc:sldChg>
      <pc:sldChg chg="del">
        <pc:chgData name="TOMIOKA Rio" userId="f1152ccc-8031-465f-b7e6-eeabb05e2b2e" providerId="ADAL" clId="{E439E026-F255-1645-8D24-552EDF281CF7}" dt="2025-06-18T07:07:21.237" v="3398" actId="2696"/>
        <pc:sldMkLst>
          <pc:docMk/>
          <pc:sldMk cId="3748464549" sldId="1541"/>
        </pc:sldMkLst>
      </pc:sldChg>
      <pc:sldChg chg="del">
        <pc:chgData name="TOMIOKA Rio" userId="f1152ccc-8031-465f-b7e6-eeabb05e2b2e" providerId="ADAL" clId="{E439E026-F255-1645-8D24-552EDF281CF7}" dt="2025-06-18T07:07:21.048" v="3375" actId="2696"/>
        <pc:sldMkLst>
          <pc:docMk/>
          <pc:sldMk cId="1195275481" sldId="1542"/>
        </pc:sldMkLst>
      </pc:sldChg>
      <pc:sldChg chg="del">
        <pc:chgData name="TOMIOKA Rio" userId="f1152ccc-8031-465f-b7e6-eeabb05e2b2e" providerId="ADAL" clId="{E439E026-F255-1645-8D24-552EDF281CF7}" dt="2025-06-18T07:07:21.138" v="3390" actId="2696"/>
        <pc:sldMkLst>
          <pc:docMk/>
          <pc:sldMk cId="2427338150" sldId="1544"/>
        </pc:sldMkLst>
      </pc:sldChg>
      <pc:sldChg chg="del">
        <pc:chgData name="TOMIOKA Rio" userId="f1152ccc-8031-465f-b7e6-eeabb05e2b2e" providerId="ADAL" clId="{E439E026-F255-1645-8D24-552EDF281CF7}" dt="2025-06-18T07:07:21.059" v="3379" actId="2696"/>
        <pc:sldMkLst>
          <pc:docMk/>
          <pc:sldMk cId="322356569" sldId="1550"/>
        </pc:sldMkLst>
      </pc:sldChg>
      <pc:sldChg chg="del">
        <pc:chgData name="TOMIOKA Rio" userId="f1152ccc-8031-465f-b7e6-eeabb05e2b2e" providerId="ADAL" clId="{E439E026-F255-1645-8D24-552EDF281CF7}" dt="2025-06-18T07:07:21.043" v="3373" actId="2696"/>
        <pc:sldMkLst>
          <pc:docMk/>
          <pc:sldMk cId="3051992377" sldId="1551"/>
        </pc:sldMkLst>
      </pc:sldChg>
      <pc:sldChg chg="del">
        <pc:chgData name="TOMIOKA Rio" userId="f1152ccc-8031-465f-b7e6-eeabb05e2b2e" providerId="ADAL" clId="{E439E026-F255-1645-8D24-552EDF281CF7}" dt="2025-06-18T07:07:21.046" v="3374" actId="2696"/>
        <pc:sldMkLst>
          <pc:docMk/>
          <pc:sldMk cId="3696015331" sldId="1552"/>
        </pc:sldMkLst>
      </pc:sldChg>
      <pc:sldChg chg="del">
        <pc:chgData name="TOMIOKA Rio" userId="f1152ccc-8031-465f-b7e6-eeabb05e2b2e" providerId="ADAL" clId="{E439E026-F255-1645-8D24-552EDF281CF7}" dt="2025-06-18T07:07:21.229" v="3393" actId="2696"/>
        <pc:sldMkLst>
          <pc:docMk/>
          <pc:sldMk cId="4213673690" sldId="1553"/>
        </pc:sldMkLst>
      </pc:sldChg>
      <pc:sldChg chg="del">
        <pc:chgData name="TOMIOKA Rio" userId="f1152ccc-8031-465f-b7e6-eeabb05e2b2e" providerId="ADAL" clId="{E439E026-F255-1645-8D24-552EDF281CF7}" dt="2025-06-18T07:07:21.231" v="3394" actId="2696"/>
        <pc:sldMkLst>
          <pc:docMk/>
          <pc:sldMk cId="956536528" sldId="1554"/>
        </pc:sldMkLst>
      </pc:sldChg>
      <pc:sldChg chg="del">
        <pc:chgData name="TOMIOKA Rio" userId="f1152ccc-8031-465f-b7e6-eeabb05e2b2e" providerId="ADAL" clId="{E439E026-F255-1645-8D24-552EDF281CF7}" dt="2025-06-18T07:07:21.137" v="3389" actId="2696"/>
        <pc:sldMkLst>
          <pc:docMk/>
          <pc:sldMk cId="3504056894" sldId="1555"/>
        </pc:sldMkLst>
      </pc:sldChg>
      <pc:sldChg chg="del">
        <pc:chgData name="TOMIOKA Rio" userId="f1152ccc-8031-465f-b7e6-eeabb05e2b2e" providerId="ADAL" clId="{E439E026-F255-1645-8D24-552EDF281CF7}" dt="2025-06-18T07:07:21.135" v="3387" actId="2696"/>
        <pc:sldMkLst>
          <pc:docMk/>
          <pc:sldMk cId="3675848644" sldId="1556"/>
        </pc:sldMkLst>
      </pc:sldChg>
      <pc:sldChg chg="del">
        <pc:chgData name="TOMIOKA Rio" userId="f1152ccc-8031-465f-b7e6-eeabb05e2b2e" providerId="ADAL" clId="{E439E026-F255-1645-8D24-552EDF281CF7}" dt="2025-06-18T07:07:21.170" v="3391" actId="2696"/>
        <pc:sldMkLst>
          <pc:docMk/>
          <pc:sldMk cId="17219158" sldId="1557"/>
        </pc:sldMkLst>
      </pc:sldChg>
      <pc:sldChg chg="del">
        <pc:chgData name="TOMIOKA Rio" userId="f1152ccc-8031-465f-b7e6-eeabb05e2b2e" providerId="ADAL" clId="{E439E026-F255-1645-8D24-552EDF281CF7}" dt="2025-06-18T07:07:21.228" v="3392" actId="2696"/>
        <pc:sldMkLst>
          <pc:docMk/>
          <pc:sldMk cId="3217483968" sldId="1558"/>
        </pc:sldMkLst>
      </pc:sldChg>
      <pc:sldChg chg="del">
        <pc:chgData name="TOMIOKA Rio" userId="f1152ccc-8031-465f-b7e6-eeabb05e2b2e" providerId="ADAL" clId="{E439E026-F255-1645-8D24-552EDF281CF7}" dt="2025-06-18T07:07:21.282" v="3400" actId="2696"/>
        <pc:sldMkLst>
          <pc:docMk/>
          <pc:sldMk cId="3798173600" sldId="1559"/>
        </pc:sldMkLst>
      </pc:sldChg>
      <pc:sldChg chg="del">
        <pc:chgData name="TOMIOKA Rio" userId="f1152ccc-8031-465f-b7e6-eeabb05e2b2e" providerId="ADAL" clId="{E439E026-F255-1645-8D24-552EDF281CF7}" dt="2025-06-18T07:07:21.130" v="3385" actId="2696"/>
        <pc:sldMkLst>
          <pc:docMk/>
          <pc:sldMk cId="1188062502" sldId="1560"/>
        </pc:sldMkLst>
      </pc:sldChg>
      <pc:sldChg chg="new del">
        <pc:chgData name="TOMIOKA Rio" userId="f1152ccc-8031-465f-b7e6-eeabb05e2b2e" providerId="ADAL" clId="{E439E026-F255-1645-8D24-552EDF281CF7}" dt="2025-06-18T03:39:53.482" v="6" actId="2696"/>
        <pc:sldMkLst>
          <pc:docMk/>
          <pc:sldMk cId="2680073016" sldId="1561"/>
        </pc:sldMkLst>
      </pc:sldChg>
      <pc:sldChg chg="add">
        <pc:chgData name="TOMIOKA Rio" userId="f1152ccc-8031-465f-b7e6-eeabb05e2b2e" providerId="ADAL" clId="{E439E026-F255-1645-8D24-552EDF281CF7}" dt="2025-06-18T03:39:51.380" v="5"/>
        <pc:sldMkLst>
          <pc:docMk/>
          <pc:sldMk cId="3917234578" sldId="1562"/>
        </pc:sldMkLst>
      </pc:sldChg>
      <pc:sldChg chg="add del">
        <pc:chgData name="TOMIOKA Rio" userId="f1152ccc-8031-465f-b7e6-eeabb05e2b2e" providerId="ADAL" clId="{E439E026-F255-1645-8D24-552EDF281CF7}" dt="2025-06-18T04:42:06.987" v="3008" actId="2696"/>
        <pc:sldMkLst>
          <pc:docMk/>
          <pc:sldMk cId="310667339" sldId="1563"/>
        </pc:sldMkLst>
      </pc:sldChg>
      <pc:sldChg chg="addSp delSp modSp add mod">
        <pc:chgData name="TOMIOKA Rio" userId="f1152ccc-8031-465f-b7e6-eeabb05e2b2e" providerId="ADAL" clId="{E439E026-F255-1645-8D24-552EDF281CF7}" dt="2025-06-18T05:03:29.264" v="3083" actId="21"/>
        <pc:sldMkLst>
          <pc:docMk/>
          <pc:sldMk cId="3724805873" sldId="1563"/>
        </pc:sldMkLst>
      </pc:sldChg>
      <pc:sldChg chg="add">
        <pc:chgData name="TOMIOKA Rio" userId="f1152ccc-8031-465f-b7e6-eeabb05e2b2e" providerId="ADAL" clId="{E439E026-F255-1645-8D24-552EDF281CF7}" dt="2025-06-18T04:42:09.014" v="3009"/>
        <pc:sldMkLst>
          <pc:docMk/>
          <pc:sldMk cId="2871506740" sldId="1564"/>
        </pc:sldMkLst>
      </pc:sldChg>
      <pc:sldChg chg="add del">
        <pc:chgData name="TOMIOKA Rio" userId="f1152ccc-8031-465f-b7e6-eeabb05e2b2e" providerId="ADAL" clId="{E439E026-F255-1645-8D24-552EDF281CF7}" dt="2025-06-18T04:42:06.987" v="3008" actId="2696"/>
        <pc:sldMkLst>
          <pc:docMk/>
          <pc:sldMk cId="3780441986" sldId="1564"/>
        </pc:sldMkLst>
      </pc:sldChg>
      <pc:sldChg chg="modSp add del mod">
        <pc:chgData name="TOMIOKA Rio" userId="f1152ccc-8031-465f-b7e6-eeabb05e2b2e" providerId="ADAL" clId="{E439E026-F255-1645-8D24-552EDF281CF7}" dt="2025-06-18T10:40:09.474" v="8855" actId="2696"/>
        <pc:sldMkLst>
          <pc:docMk/>
          <pc:sldMk cId="3442978798" sldId="1565"/>
        </pc:sldMkLst>
      </pc:sldChg>
      <pc:sldChg chg="modSp add del mod modClrScheme chgLayout">
        <pc:chgData name="TOMIOKA Rio" userId="f1152ccc-8031-465f-b7e6-eeabb05e2b2e" providerId="ADAL" clId="{E439E026-F255-1645-8D24-552EDF281CF7}" dt="2025-06-18T10:40:21.240" v="8857" actId="2696"/>
        <pc:sldMkLst>
          <pc:docMk/>
          <pc:sldMk cId="1975010693" sldId="1566"/>
        </pc:sldMkLst>
      </pc:sldChg>
      <pc:sldChg chg="addSp delSp modSp new del mod">
        <pc:chgData name="TOMIOKA Rio" userId="f1152ccc-8031-465f-b7e6-eeabb05e2b2e" providerId="ADAL" clId="{E439E026-F255-1645-8D24-552EDF281CF7}" dt="2025-06-18T04:17:52.984" v="897" actId="2696"/>
        <pc:sldMkLst>
          <pc:docMk/>
          <pc:sldMk cId="2225006400" sldId="1567"/>
        </pc:sldMkLst>
      </pc:sldChg>
      <pc:sldChg chg="addSp modSp new mod">
        <pc:chgData name="TOMIOKA Rio" userId="f1152ccc-8031-465f-b7e6-eeabb05e2b2e" providerId="ADAL" clId="{E439E026-F255-1645-8D24-552EDF281CF7}" dt="2025-06-18T04:37:45.045" v="2883" actId="20577"/>
        <pc:sldMkLst>
          <pc:docMk/>
          <pc:sldMk cId="3186226924" sldId="1568"/>
        </pc:sldMkLst>
        <pc:spChg chg="mod">
          <ac:chgData name="TOMIOKA Rio" userId="f1152ccc-8031-465f-b7e6-eeabb05e2b2e" providerId="ADAL" clId="{E439E026-F255-1645-8D24-552EDF281CF7}" dt="2025-06-18T04:15:21.499" v="604" actId="20577"/>
          <ac:spMkLst>
            <pc:docMk/>
            <pc:sldMk cId="3186226924" sldId="1568"/>
            <ac:spMk id="2" creationId="{A0E87F13-32E2-4678-521E-DF0B91325513}"/>
          </ac:spMkLst>
        </pc:spChg>
        <pc:spChg chg="mod">
          <ac:chgData name="TOMIOKA Rio" userId="f1152ccc-8031-465f-b7e6-eeabb05e2b2e" providerId="ADAL" clId="{E439E026-F255-1645-8D24-552EDF281CF7}" dt="2025-06-18T04:30:10.776" v="2778" actId="20577"/>
          <ac:spMkLst>
            <pc:docMk/>
            <pc:sldMk cId="3186226924" sldId="1568"/>
            <ac:spMk id="3" creationId="{F97A716B-07FB-8272-0ABB-81AE26ED2A3C}"/>
          </ac:spMkLst>
        </pc:spChg>
        <pc:spChg chg="add mod">
          <ac:chgData name="TOMIOKA Rio" userId="f1152ccc-8031-465f-b7e6-eeabb05e2b2e" providerId="ADAL" clId="{E439E026-F255-1645-8D24-552EDF281CF7}" dt="2025-06-18T04:37:45.045" v="2883" actId="20577"/>
          <ac:spMkLst>
            <pc:docMk/>
            <pc:sldMk cId="3186226924" sldId="1568"/>
            <ac:spMk id="5" creationId="{A076B89B-31E0-96BC-9B54-AD5D83872373}"/>
          </ac:spMkLst>
        </pc:spChg>
        <pc:graphicFrameChg chg="add mod modGraphic">
          <ac:chgData name="TOMIOKA Rio" userId="f1152ccc-8031-465f-b7e6-eeabb05e2b2e" providerId="ADAL" clId="{E439E026-F255-1645-8D24-552EDF281CF7}" dt="2025-06-18T04:36:28.968" v="2832" actId="1076"/>
          <ac:graphicFrameMkLst>
            <pc:docMk/>
            <pc:sldMk cId="3186226924" sldId="1568"/>
            <ac:graphicFrameMk id="4" creationId="{F6038C70-2E4B-9F86-F411-5C30782EB203}"/>
          </ac:graphicFrameMkLst>
        </pc:graphicFrameChg>
      </pc:sldChg>
      <pc:sldChg chg="addSp delSp modSp new mod modClrScheme chgLayout">
        <pc:chgData name="TOMIOKA Rio" userId="f1152ccc-8031-465f-b7e6-eeabb05e2b2e" providerId="ADAL" clId="{E439E026-F255-1645-8D24-552EDF281CF7}" dt="2025-06-20T00:05:44.803" v="9449" actId="20577"/>
        <pc:sldMkLst>
          <pc:docMk/>
          <pc:sldMk cId="3734434815" sldId="1569"/>
        </pc:sldMkLst>
        <pc:spChg chg="mod ord">
          <ac:chgData name="TOMIOKA Rio" userId="f1152ccc-8031-465f-b7e6-eeabb05e2b2e" providerId="ADAL" clId="{E439E026-F255-1645-8D24-552EDF281CF7}" dt="2025-06-20T00:05:44.803" v="9449" actId="20577"/>
          <ac:spMkLst>
            <pc:docMk/>
            <pc:sldMk cId="3734434815" sldId="1569"/>
            <ac:spMk id="2" creationId="{BA9881B9-62C7-1F66-A51A-DB51247E9D98}"/>
          </ac:spMkLst>
        </pc:spChg>
        <pc:spChg chg="add mod ord">
          <ac:chgData name="TOMIOKA Rio" userId="f1152ccc-8031-465f-b7e6-eeabb05e2b2e" providerId="ADAL" clId="{E439E026-F255-1645-8D24-552EDF281CF7}" dt="2025-06-20T00:05:09.133" v="9435" actId="20577"/>
          <ac:spMkLst>
            <pc:docMk/>
            <pc:sldMk cId="3734434815" sldId="1569"/>
            <ac:spMk id="6" creationId="{026B7B06-D43F-F774-E1B3-C3AF39248170}"/>
          </ac:spMkLst>
        </pc:spChg>
      </pc:sldChg>
      <pc:sldChg chg="addSp delSp modSp add mod">
        <pc:chgData name="TOMIOKA Rio" userId="f1152ccc-8031-465f-b7e6-eeabb05e2b2e" providerId="ADAL" clId="{E439E026-F255-1645-8D24-552EDF281CF7}" dt="2025-06-18T07:30:54.315" v="5730" actId="1076"/>
        <pc:sldMkLst>
          <pc:docMk/>
          <pc:sldMk cId="746653656" sldId="1570"/>
        </pc:sldMkLst>
        <pc:spChg chg="mod">
          <ac:chgData name="TOMIOKA Rio" userId="f1152ccc-8031-465f-b7e6-eeabb05e2b2e" providerId="ADAL" clId="{E439E026-F255-1645-8D24-552EDF281CF7}" dt="2025-06-18T04:41:03.031" v="2931" actId="207"/>
          <ac:spMkLst>
            <pc:docMk/>
            <pc:sldMk cId="746653656" sldId="1570"/>
            <ac:spMk id="3" creationId="{4C0819DA-1AAB-6BAE-D3F7-2C6FA71FC7F0}"/>
          </ac:spMkLst>
        </pc:spChg>
        <pc:spChg chg="add mod">
          <ac:chgData name="TOMIOKA Rio" userId="f1152ccc-8031-465f-b7e6-eeabb05e2b2e" providerId="ADAL" clId="{E439E026-F255-1645-8D24-552EDF281CF7}" dt="2025-06-18T07:30:54.315" v="5730" actId="1076"/>
          <ac:spMkLst>
            <pc:docMk/>
            <pc:sldMk cId="746653656" sldId="1570"/>
            <ac:spMk id="13" creationId="{2AFC3D76-5702-01AA-A2ED-1410AD237272}"/>
          </ac:spMkLst>
        </pc:spChg>
      </pc:sldChg>
      <pc:sldChg chg="addSp delSp modSp new del mod">
        <pc:chgData name="TOMIOKA Rio" userId="f1152ccc-8031-465f-b7e6-eeabb05e2b2e" providerId="ADAL" clId="{E439E026-F255-1645-8D24-552EDF281CF7}" dt="2025-06-18T05:04:57.505" v="3096" actId="2696"/>
        <pc:sldMkLst>
          <pc:docMk/>
          <pc:sldMk cId="2659011847" sldId="1571"/>
        </pc:sldMkLst>
      </pc:sldChg>
      <pc:sldChg chg="addSp delSp modSp new mod">
        <pc:chgData name="TOMIOKA Rio" userId="f1152ccc-8031-465f-b7e6-eeabb05e2b2e" providerId="ADAL" clId="{E439E026-F255-1645-8D24-552EDF281CF7}" dt="2025-06-18T05:59:38.160" v="3236" actId="1035"/>
        <pc:sldMkLst>
          <pc:docMk/>
          <pc:sldMk cId="2035784333" sldId="1572"/>
        </pc:sldMkLst>
        <pc:spChg chg="mod">
          <ac:chgData name="TOMIOKA Rio" userId="f1152ccc-8031-465f-b7e6-eeabb05e2b2e" providerId="ADAL" clId="{E439E026-F255-1645-8D24-552EDF281CF7}" dt="2025-06-18T05:03:37.250" v="3090" actId="20577"/>
          <ac:spMkLst>
            <pc:docMk/>
            <pc:sldMk cId="2035784333" sldId="1572"/>
            <ac:spMk id="2" creationId="{36FAD6A2-406A-9B05-9CF0-1060404E9C9A}"/>
          </ac:spMkLst>
        </pc:spChg>
        <pc:spChg chg="add mod">
          <ac:chgData name="TOMIOKA Rio" userId="f1152ccc-8031-465f-b7e6-eeabb05e2b2e" providerId="ADAL" clId="{E439E026-F255-1645-8D24-552EDF281CF7}" dt="2025-06-18T05:03:30.141" v="3084"/>
          <ac:spMkLst>
            <pc:docMk/>
            <pc:sldMk cId="2035784333" sldId="1572"/>
            <ac:spMk id="4" creationId="{14BC4967-F470-6E60-2AC1-0B4B90E144B1}"/>
          </ac:spMkLst>
        </pc:spChg>
        <pc:spChg chg="add mod">
          <ac:chgData name="TOMIOKA Rio" userId="f1152ccc-8031-465f-b7e6-eeabb05e2b2e" providerId="ADAL" clId="{E439E026-F255-1645-8D24-552EDF281CF7}" dt="2025-06-18T05:59:38.160" v="3236" actId="1035"/>
          <ac:spMkLst>
            <pc:docMk/>
            <pc:sldMk cId="2035784333" sldId="1572"/>
            <ac:spMk id="7" creationId="{D7DEA4F7-2593-D7A0-2E9F-3992E891ACFB}"/>
          </ac:spMkLst>
        </pc:spChg>
        <pc:picChg chg="add mod">
          <ac:chgData name="TOMIOKA Rio" userId="f1152ccc-8031-465f-b7e6-eeabb05e2b2e" providerId="ADAL" clId="{E439E026-F255-1645-8D24-552EDF281CF7}" dt="2025-06-18T05:04:37.696" v="3095" actId="1076"/>
          <ac:picMkLst>
            <pc:docMk/>
            <pc:sldMk cId="2035784333" sldId="1572"/>
            <ac:picMk id="6" creationId="{5EFE34CD-3C9F-AEF1-46E2-021B32577C73}"/>
          </ac:picMkLst>
        </pc:picChg>
      </pc:sldChg>
      <pc:sldChg chg="addSp delSp modSp new mod">
        <pc:chgData name="TOMIOKA Rio" userId="f1152ccc-8031-465f-b7e6-eeabb05e2b2e" providerId="ADAL" clId="{E439E026-F255-1645-8D24-552EDF281CF7}" dt="2025-06-18T05:59:44.175" v="3241"/>
        <pc:sldMkLst>
          <pc:docMk/>
          <pc:sldMk cId="360608012" sldId="1573"/>
        </pc:sldMkLst>
        <pc:spChg chg="mod">
          <ac:chgData name="TOMIOKA Rio" userId="f1152ccc-8031-465f-b7e6-eeabb05e2b2e" providerId="ADAL" clId="{E439E026-F255-1645-8D24-552EDF281CF7}" dt="2025-06-18T05:14:21.802" v="3127" actId="5793"/>
          <ac:spMkLst>
            <pc:docMk/>
            <pc:sldMk cId="360608012" sldId="1573"/>
            <ac:spMk id="2" creationId="{F7ACD1DB-C90F-7CD5-AA78-F865A8CB00A0}"/>
          </ac:spMkLst>
        </pc:spChg>
        <pc:spChg chg="add mod">
          <ac:chgData name="TOMIOKA Rio" userId="f1152ccc-8031-465f-b7e6-eeabb05e2b2e" providerId="ADAL" clId="{E439E026-F255-1645-8D24-552EDF281CF7}" dt="2025-06-18T05:59:43.292" v="3240" actId="1035"/>
          <ac:spMkLst>
            <pc:docMk/>
            <pc:sldMk cId="360608012" sldId="1573"/>
            <ac:spMk id="4" creationId="{90C18E97-361F-CBE9-40C8-4FAB6499F9B6}"/>
          </ac:spMkLst>
        </pc:spChg>
        <pc:spChg chg="add mod">
          <ac:chgData name="TOMIOKA Rio" userId="f1152ccc-8031-465f-b7e6-eeabb05e2b2e" providerId="ADAL" clId="{E439E026-F255-1645-8D24-552EDF281CF7}" dt="2025-06-18T05:59:44.175" v="3241"/>
          <ac:spMkLst>
            <pc:docMk/>
            <pc:sldMk cId="360608012" sldId="1573"/>
            <ac:spMk id="9" creationId="{C6D0EC12-4A9F-E3D6-049E-541E84B12A1C}"/>
          </ac:spMkLst>
        </pc:spChg>
        <pc:picChg chg="add mod">
          <ac:chgData name="TOMIOKA Rio" userId="f1152ccc-8031-465f-b7e6-eeabb05e2b2e" providerId="ADAL" clId="{E439E026-F255-1645-8D24-552EDF281CF7}" dt="2025-06-18T05:17:05.918" v="3136" actId="14826"/>
          <ac:picMkLst>
            <pc:docMk/>
            <pc:sldMk cId="360608012" sldId="1573"/>
            <ac:picMk id="6" creationId="{A27E35A4-5536-2C59-3848-1689DC864FDC}"/>
          </ac:picMkLst>
        </pc:picChg>
      </pc:sldChg>
      <pc:sldChg chg="addSp delSp modSp new mod">
        <pc:chgData name="TOMIOKA Rio" userId="f1152ccc-8031-465f-b7e6-eeabb05e2b2e" providerId="ADAL" clId="{E439E026-F255-1645-8D24-552EDF281CF7}" dt="2025-06-18T06:57:55.476" v="3357" actId="1076"/>
        <pc:sldMkLst>
          <pc:docMk/>
          <pc:sldMk cId="814005754" sldId="1574"/>
        </pc:sldMkLst>
        <pc:spChg chg="mod">
          <ac:chgData name="TOMIOKA Rio" userId="f1152ccc-8031-465f-b7e6-eeabb05e2b2e" providerId="ADAL" clId="{E439E026-F255-1645-8D24-552EDF281CF7}" dt="2025-06-18T05:54:33.118" v="3148"/>
          <ac:spMkLst>
            <pc:docMk/>
            <pc:sldMk cId="814005754" sldId="1574"/>
            <ac:spMk id="2" creationId="{24966220-64AA-68C6-886F-FD8C386E5704}"/>
          </ac:spMkLst>
        </pc:spChg>
        <pc:spChg chg="add mod">
          <ac:chgData name="TOMIOKA Rio" userId="f1152ccc-8031-465f-b7e6-eeabb05e2b2e" providerId="ADAL" clId="{E439E026-F255-1645-8D24-552EDF281CF7}" dt="2025-06-18T06:57:50.889" v="3355" actId="1035"/>
          <ac:spMkLst>
            <pc:docMk/>
            <pc:sldMk cId="814005754" sldId="1574"/>
            <ac:spMk id="4" creationId="{CA3356ED-5398-B833-B32E-EBAB44684EF7}"/>
          </ac:spMkLst>
        </pc:spChg>
        <pc:spChg chg="add mod">
          <ac:chgData name="TOMIOKA Rio" userId="f1152ccc-8031-465f-b7e6-eeabb05e2b2e" providerId="ADAL" clId="{E439E026-F255-1645-8D24-552EDF281CF7}" dt="2025-06-18T06:57:50.889" v="3355" actId="1035"/>
          <ac:spMkLst>
            <pc:docMk/>
            <pc:sldMk cId="814005754" sldId="1574"/>
            <ac:spMk id="7" creationId="{2A2B0863-B1BB-173C-3F50-A3399BADC607}"/>
          </ac:spMkLst>
        </pc:spChg>
        <pc:picChg chg="add mod">
          <ac:chgData name="TOMIOKA Rio" userId="f1152ccc-8031-465f-b7e6-eeabb05e2b2e" providerId="ADAL" clId="{E439E026-F255-1645-8D24-552EDF281CF7}" dt="2025-06-18T06:57:55.476" v="3357" actId="1076"/>
          <ac:picMkLst>
            <pc:docMk/>
            <pc:sldMk cId="814005754" sldId="1574"/>
            <ac:picMk id="6" creationId="{183A9E67-F56C-018B-D7E1-F7B79A721F9C}"/>
          </ac:picMkLst>
        </pc:picChg>
      </pc:sldChg>
      <pc:sldChg chg="new del">
        <pc:chgData name="TOMIOKA Rio" userId="f1152ccc-8031-465f-b7e6-eeabb05e2b2e" providerId="ADAL" clId="{E439E026-F255-1645-8D24-552EDF281CF7}" dt="2025-06-18T07:12:54.636" v="3684" actId="2696"/>
        <pc:sldMkLst>
          <pc:docMk/>
          <pc:sldMk cId="777459895" sldId="1575"/>
        </pc:sldMkLst>
      </pc:sldChg>
      <pc:sldChg chg="modSp new mod">
        <pc:chgData name="TOMIOKA Rio" userId="f1152ccc-8031-465f-b7e6-eeabb05e2b2e" providerId="ADAL" clId="{E439E026-F255-1645-8D24-552EDF281CF7}" dt="2025-06-18T07:29:59.573" v="5725" actId="20577"/>
        <pc:sldMkLst>
          <pc:docMk/>
          <pc:sldMk cId="452271258" sldId="1576"/>
        </pc:sldMkLst>
        <pc:spChg chg="mod">
          <ac:chgData name="TOMIOKA Rio" userId="f1152ccc-8031-465f-b7e6-eeabb05e2b2e" providerId="ADAL" clId="{E439E026-F255-1645-8D24-552EDF281CF7}" dt="2025-06-18T07:27:06.301" v="5473" actId="20577"/>
          <ac:spMkLst>
            <pc:docMk/>
            <pc:sldMk cId="452271258" sldId="1576"/>
            <ac:spMk id="2" creationId="{9E426335-D347-FD19-D689-28D7D1CD5353}"/>
          </ac:spMkLst>
        </pc:spChg>
        <pc:spChg chg="mod">
          <ac:chgData name="TOMIOKA Rio" userId="f1152ccc-8031-465f-b7e6-eeabb05e2b2e" providerId="ADAL" clId="{E439E026-F255-1645-8D24-552EDF281CF7}" dt="2025-06-18T07:29:59.573" v="5725" actId="20577"/>
          <ac:spMkLst>
            <pc:docMk/>
            <pc:sldMk cId="452271258" sldId="1576"/>
            <ac:spMk id="3" creationId="{03FE7470-CE96-F9B8-2015-E9DB3727382E}"/>
          </ac:spMkLst>
        </pc:spChg>
      </pc:sldChg>
      <pc:sldChg chg="modSp new mod">
        <pc:chgData name="TOMIOKA Rio" userId="f1152ccc-8031-465f-b7e6-eeabb05e2b2e" providerId="ADAL" clId="{E439E026-F255-1645-8D24-552EDF281CF7}" dt="2025-06-18T10:39:38.888" v="8847" actId="20577"/>
        <pc:sldMkLst>
          <pc:docMk/>
          <pc:sldMk cId="2021941774" sldId="1577"/>
        </pc:sldMkLst>
        <pc:spChg chg="mod">
          <ac:chgData name="TOMIOKA Rio" userId="f1152ccc-8031-465f-b7e6-eeabb05e2b2e" providerId="ADAL" clId="{E439E026-F255-1645-8D24-552EDF281CF7}" dt="2025-06-18T07:31:51.786" v="5776" actId="20577"/>
          <ac:spMkLst>
            <pc:docMk/>
            <pc:sldMk cId="2021941774" sldId="1577"/>
            <ac:spMk id="2" creationId="{F11991EB-C306-9DA0-6D60-154F639B14D8}"/>
          </ac:spMkLst>
        </pc:spChg>
        <pc:spChg chg="mod">
          <ac:chgData name="TOMIOKA Rio" userId="f1152ccc-8031-465f-b7e6-eeabb05e2b2e" providerId="ADAL" clId="{E439E026-F255-1645-8D24-552EDF281CF7}" dt="2025-06-18T10:39:38.888" v="8847" actId="20577"/>
          <ac:spMkLst>
            <pc:docMk/>
            <pc:sldMk cId="2021941774" sldId="1577"/>
            <ac:spMk id="3" creationId="{C9C49ADD-7216-B2D4-A0BE-5420F4C28DF5}"/>
          </ac:spMkLst>
        </pc:spChg>
      </pc:sldChg>
      <pc:sldChg chg="addSp delSp modSp new mod">
        <pc:chgData name="TOMIOKA Rio" userId="f1152ccc-8031-465f-b7e6-eeabb05e2b2e" providerId="ADAL" clId="{E439E026-F255-1645-8D24-552EDF281CF7}" dt="2025-06-18T09:44:24.241" v="8130" actId="1076"/>
        <pc:sldMkLst>
          <pc:docMk/>
          <pc:sldMk cId="3604596088" sldId="1578"/>
        </pc:sldMkLst>
        <pc:spChg chg="mod">
          <ac:chgData name="TOMIOKA Rio" userId="f1152ccc-8031-465f-b7e6-eeabb05e2b2e" providerId="ADAL" clId="{E439E026-F255-1645-8D24-552EDF281CF7}" dt="2025-06-18T09:32:02.461" v="7606" actId="20577"/>
          <ac:spMkLst>
            <pc:docMk/>
            <pc:sldMk cId="3604596088" sldId="1578"/>
            <ac:spMk id="2" creationId="{1E27FEBC-3B2A-6AF3-DB60-02D7D4BD23BA}"/>
          </ac:spMkLst>
        </pc:spChg>
        <pc:spChg chg="mod">
          <ac:chgData name="TOMIOKA Rio" userId="f1152ccc-8031-465f-b7e6-eeabb05e2b2e" providerId="ADAL" clId="{E439E026-F255-1645-8D24-552EDF281CF7}" dt="2025-06-18T09:44:02.163" v="8129" actId="20577"/>
          <ac:spMkLst>
            <pc:docMk/>
            <pc:sldMk cId="3604596088" sldId="1578"/>
            <ac:spMk id="3" creationId="{54DC2D29-9649-31AF-F8E9-1FF607DF40F3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7" creationId="{B6892381-5DE2-A741-9811-C23470CAC52B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8" creationId="{DD8BA5A0-0FC6-A5E9-588B-C91703EAA365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9" creationId="{39B210E1-C59D-9A86-E2CF-956FFC926D89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0" creationId="{9F9A947F-BDFC-B3A7-5FDC-9D3D40FE1FFE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1" creationId="{B7529167-A57E-7B0F-96FF-C2F344C6B873}"/>
          </ac:spMkLst>
        </pc:spChg>
        <pc:spChg chg="add mod">
          <ac:chgData name="TOMIOKA Rio" userId="f1152ccc-8031-465f-b7e6-eeabb05e2b2e" providerId="ADAL" clId="{E439E026-F255-1645-8D24-552EDF281CF7}" dt="2025-06-18T09:41:12.097" v="7993" actId="555"/>
          <ac:spMkLst>
            <pc:docMk/>
            <pc:sldMk cId="3604596088" sldId="1578"/>
            <ac:spMk id="12" creationId="{15C5B6BC-1BBD-9E4F-EC03-EB60EE12839C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3" creationId="{009908EE-ACC4-4948-31B3-6E805DD06732}"/>
          </ac:spMkLst>
        </pc:spChg>
        <pc:spChg chg="add mod">
          <ac:chgData name="TOMIOKA Rio" userId="f1152ccc-8031-465f-b7e6-eeabb05e2b2e" providerId="ADAL" clId="{E439E026-F255-1645-8D24-552EDF281CF7}" dt="2025-06-18T09:42:01.178" v="8014" actId="555"/>
          <ac:spMkLst>
            <pc:docMk/>
            <pc:sldMk cId="3604596088" sldId="1578"/>
            <ac:spMk id="14" creationId="{2188D2D5-51BC-CE34-0F36-35DDC8E81544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5" creationId="{B3BD11B6-96EF-8F82-7ACC-A4968AAB0507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6" creationId="{F94160E8-2E42-640C-3178-C596DB13C8FF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7" creationId="{5065A50E-A29C-0B88-6E6E-EBEAC2F169AD}"/>
          </ac:spMkLst>
        </pc:spChg>
        <pc:spChg chg="add mod">
          <ac:chgData name="TOMIOKA Rio" userId="f1152ccc-8031-465f-b7e6-eeabb05e2b2e" providerId="ADAL" clId="{E439E026-F255-1645-8D24-552EDF281CF7}" dt="2025-06-18T09:44:24.241" v="8130" actId="1076"/>
          <ac:spMkLst>
            <pc:docMk/>
            <pc:sldMk cId="3604596088" sldId="1578"/>
            <ac:spMk id="18" creationId="{23891635-2FAF-0327-E6F0-397777636FCA}"/>
          </ac:spMkLst>
        </pc:spChg>
        <pc:graphicFrameChg chg="add mod modGraphic">
          <ac:chgData name="TOMIOKA Rio" userId="f1152ccc-8031-465f-b7e6-eeabb05e2b2e" providerId="ADAL" clId="{E439E026-F255-1645-8D24-552EDF281CF7}" dt="2025-06-18T09:40:01.235" v="7976" actId="13238"/>
          <ac:graphicFrameMkLst>
            <pc:docMk/>
            <pc:sldMk cId="3604596088" sldId="1578"/>
            <ac:graphicFrameMk id="5" creationId="{F8A0386C-3746-2B49-B303-9DF033920D97}"/>
          </ac:graphicFrameMkLst>
        </pc:graphicFrameChg>
      </pc:sldChg>
      <pc:sldChg chg="addSp modSp new mod ord">
        <pc:chgData name="TOMIOKA Rio" userId="f1152ccc-8031-465f-b7e6-eeabb05e2b2e" providerId="ADAL" clId="{E439E026-F255-1645-8D24-552EDF281CF7}" dt="2025-06-18T09:31:35.462" v="7581" actId="20577"/>
        <pc:sldMkLst>
          <pc:docMk/>
          <pc:sldMk cId="9927596" sldId="1579"/>
        </pc:sldMkLst>
        <pc:spChg chg="mod">
          <ac:chgData name="TOMIOKA Rio" userId="f1152ccc-8031-465f-b7e6-eeabb05e2b2e" providerId="ADAL" clId="{E439E026-F255-1645-8D24-552EDF281CF7}" dt="2025-06-18T09:31:35.462" v="7581" actId="20577"/>
          <ac:spMkLst>
            <pc:docMk/>
            <pc:sldMk cId="9927596" sldId="1579"/>
            <ac:spMk id="2" creationId="{66BD4186-99F0-7E66-2EDF-75D50F370A5F}"/>
          </ac:spMkLst>
        </pc:spChg>
        <pc:spChg chg="mod">
          <ac:chgData name="TOMIOKA Rio" userId="f1152ccc-8031-465f-b7e6-eeabb05e2b2e" providerId="ADAL" clId="{E439E026-F255-1645-8D24-552EDF281CF7}" dt="2025-06-18T09:31:31.222" v="7572" actId="5793"/>
          <ac:spMkLst>
            <pc:docMk/>
            <pc:sldMk cId="9927596" sldId="1579"/>
            <ac:spMk id="3" creationId="{023AF5E9-6778-6828-DB1C-A93B3DBF6D46}"/>
          </ac:spMkLst>
        </pc:spChg>
        <pc:spChg chg="add mod">
          <ac:chgData name="TOMIOKA Rio" userId="f1152ccc-8031-465f-b7e6-eeabb05e2b2e" providerId="ADAL" clId="{E439E026-F255-1645-8D24-552EDF281CF7}" dt="2025-06-18T09:31:02.541" v="7566" actId="1076"/>
          <ac:spMkLst>
            <pc:docMk/>
            <pc:sldMk cId="9927596" sldId="1579"/>
            <ac:spMk id="4" creationId="{9748C644-1456-2A6F-E3DA-14E3FEFDC6AD}"/>
          </ac:spMkLst>
        </pc:spChg>
      </pc:sldChg>
      <pc:sldChg chg="addSp delSp modSp new mod">
        <pc:chgData name="TOMIOKA Rio" userId="f1152ccc-8031-465f-b7e6-eeabb05e2b2e" providerId="ADAL" clId="{E439E026-F255-1645-8D24-552EDF281CF7}" dt="2025-06-18T10:33:58.479" v="8730" actId="21"/>
        <pc:sldMkLst>
          <pc:docMk/>
          <pc:sldMk cId="3179117388" sldId="1580"/>
        </pc:sldMkLst>
        <pc:spChg chg="mod">
          <ac:chgData name="TOMIOKA Rio" userId="f1152ccc-8031-465f-b7e6-eeabb05e2b2e" providerId="ADAL" clId="{E439E026-F255-1645-8D24-552EDF281CF7}" dt="2025-06-18T07:34:27.122" v="6063" actId="20577"/>
          <ac:spMkLst>
            <pc:docMk/>
            <pc:sldMk cId="3179117388" sldId="1580"/>
            <ac:spMk id="2" creationId="{F2312875-9239-3602-9897-C9AE4D075202}"/>
          </ac:spMkLst>
        </pc:spChg>
        <pc:spChg chg="mod">
          <ac:chgData name="TOMIOKA Rio" userId="f1152ccc-8031-465f-b7e6-eeabb05e2b2e" providerId="ADAL" clId="{E439E026-F255-1645-8D24-552EDF281CF7}" dt="2025-06-18T10:32:27.824" v="8669" actId="20577"/>
          <ac:spMkLst>
            <pc:docMk/>
            <pc:sldMk cId="3179117388" sldId="1580"/>
            <ac:spMk id="3" creationId="{6F8D04A8-A1F9-B750-536E-7CE668BF1710}"/>
          </ac:spMkLst>
        </pc:spChg>
        <pc:picChg chg="add mod">
          <ac:chgData name="TOMIOKA Rio" userId="f1152ccc-8031-465f-b7e6-eeabb05e2b2e" providerId="ADAL" clId="{E439E026-F255-1645-8D24-552EDF281CF7}" dt="2025-06-18T10:27:26.272" v="8322" actId="1076"/>
          <ac:picMkLst>
            <pc:docMk/>
            <pc:sldMk cId="3179117388" sldId="1580"/>
            <ac:picMk id="8" creationId="{0828F559-F5EF-7436-1EE7-5591BD8BE438}"/>
          </ac:picMkLst>
        </pc:picChg>
      </pc:sldChg>
      <pc:sldChg chg="add">
        <pc:chgData name="TOMIOKA Rio" userId="f1152ccc-8031-465f-b7e6-eeabb05e2b2e" providerId="ADAL" clId="{E439E026-F255-1645-8D24-552EDF281CF7}" dt="2025-06-18T09:18:17.314" v="6322"/>
        <pc:sldMkLst>
          <pc:docMk/>
          <pc:sldMk cId="753351268" sldId="1581"/>
        </pc:sldMkLst>
      </pc:sldChg>
      <pc:sldChg chg="addSp delSp modSp new mod">
        <pc:chgData name="TOMIOKA Rio" userId="f1152ccc-8031-465f-b7e6-eeabb05e2b2e" providerId="ADAL" clId="{E439E026-F255-1645-8D24-552EDF281CF7}" dt="2025-06-18T09:55:19.703" v="8173" actId="1076"/>
        <pc:sldMkLst>
          <pc:docMk/>
          <pc:sldMk cId="2657069996" sldId="1582"/>
        </pc:sldMkLst>
        <pc:spChg chg="mod">
          <ac:chgData name="TOMIOKA Rio" userId="f1152ccc-8031-465f-b7e6-eeabb05e2b2e" providerId="ADAL" clId="{E439E026-F255-1645-8D24-552EDF281CF7}" dt="2025-06-18T09:54:41.425" v="8163" actId="20577"/>
          <ac:spMkLst>
            <pc:docMk/>
            <pc:sldMk cId="2657069996" sldId="1582"/>
            <ac:spMk id="2" creationId="{F399BDDE-4599-D819-5A56-ED2EE8CF8878}"/>
          </ac:spMkLst>
        </pc:spChg>
        <pc:spChg chg="add mod">
          <ac:chgData name="TOMIOKA Rio" userId="f1152ccc-8031-465f-b7e6-eeabb05e2b2e" providerId="ADAL" clId="{E439E026-F255-1645-8D24-552EDF281CF7}" dt="2025-06-18T09:54:45.315" v="8167" actId="1076"/>
          <ac:spMkLst>
            <pc:docMk/>
            <pc:sldMk cId="2657069996" sldId="1582"/>
            <ac:spMk id="4" creationId="{0BD4B879-86EF-1F39-E14E-EAB89162173F}"/>
          </ac:spMkLst>
        </pc:spChg>
        <pc:picChg chg="add mod">
          <ac:chgData name="TOMIOKA Rio" userId="f1152ccc-8031-465f-b7e6-eeabb05e2b2e" providerId="ADAL" clId="{E439E026-F255-1645-8D24-552EDF281CF7}" dt="2025-06-18T09:55:19.703" v="8173" actId="1076"/>
          <ac:picMkLst>
            <pc:docMk/>
            <pc:sldMk cId="2657069996" sldId="1582"/>
            <ac:picMk id="6" creationId="{BC652223-D663-BC9C-0ACF-61712C964608}"/>
          </ac:picMkLst>
        </pc:picChg>
      </pc:sldChg>
      <pc:sldChg chg="addSp delSp modSp new mod">
        <pc:chgData name="TOMIOKA Rio" userId="f1152ccc-8031-465f-b7e6-eeabb05e2b2e" providerId="ADAL" clId="{E439E026-F255-1645-8D24-552EDF281CF7}" dt="2025-06-18T11:07:19.023" v="9196" actId="20577"/>
        <pc:sldMkLst>
          <pc:docMk/>
          <pc:sldMk cId="1447530013" sldId="1583"/>
        </pc:sldMkLst>
        <pc:spChg chg="mod">
          <ac:chgData name="TOMIOKA Rio" userId="f1152ccc-8031-465f-b7e6-eeabb05e2b2e" providerId="ADAL" clId="{E439E026-F255-1645-8D24-552EDF281CF7}" dt="2025-06-18T11:07:19.023" v="9196" actId="20577"/>
          <ac:spMkLst>
            <pc:docMk/>
            <pc:sldMk cId="1447530013" sldId="1583"/>
            <ac:spMk id="2" creationId="{FB1D3B8F-38FA-1B4F-5108-A6D8CEB5BAFF}"/>
          </ac:spMkLst>
        </pc:spChg>
        <pc:spChg chg="add mod">
          <ac:chgData name="TOMIOKA Rio" userId="f1152ccc-8031-465f-b7e6-eeabb05e2b2e" providerId="ADAL" clId="{E439E026-F255-1645-8D24-552EDF281CF7}" dt="2025-06-18T10:14:55.548" v="8194"/>
          <ac:spMkLst>
            <pc:docMk/>
            <pc:sldMk cId="1447530013" sldId="1583"/>
            <ac:spMk id="5" creationId="{9FB338A7-5C31-6CFB-1DB6-D77D1719EC62}"/>
          </ac:spMkLst>
        </pc:spChg>
        <pc:picChg chg="add mod">
          <ac:chgData name="TOMIOKA Rio" userId="f1152ccc-8031-465f-b7e6-eeabb05e2b2e" providerId="ADAL" clId="{E439E026-F255-1645-8D24-552EDF281CF7}" dt="2025-06-18T10:35:09.163" v="8736" actId="1076"/>
          <ac:picMkLst>
            <pc:docMk/>
            <pc:sldMk cId="1447530013" sldId="1583"/>
            <ac:picMk id="4" creationId="{F603B264-72B6-63A4-906B-3E01E9E029A5}"/>
          </ac:picMkLst>
        </pc:picChg>
      </pc:sldChg>
      <pc:sldChg chg="addSp delSp modSp new del mod">
        <pc:chgData name="TOMIOKA Rio" userId="f1152ccc-8031-465f-b7e6-eeabb05e2b2e" providerId="ADAL" clId="{E439E026-F255-1645-8D24-552EDF281CF7}" dt="2025-06-18T10:43:02.250" v="8858" actId="2696"/>
        <pc:sldMkLst>
          <pc:docMk/>
          <pc:sldMk cId="2428609468" sldId="1584"/>
        </pc:sldMkLst>
      </pc:sldChg>
      <pc:sldChg chg="modSp add mod">
        <pc:chgData name="TOMIOKA Rio" userId="f1152ccc-8031-465f-b7e6-eeabb05e2b2e" providerId="ADAL" clId="{E439E026-F255-1645-8D24-552EDF281CF7}" dt="2025-06-18T10:49:32.704" v="8959" actId="20577"/>
        <pc:sldMkLst>
          <pc:docMk/>
          <pc:sldMk cId="3272091512" sldId="1584"/>
        </pc:sldMkLst>
        <pc:spChg chg="mod">
          <ac:chgData name="TOMIOKA Rio" userId="f1152ccc-8031-465f-b7e6-eeabb05e2b2e" providerId="ADAL" clId="{E439E026-F255-1645-8D24-552EDF281CF7}" dt="2025-06-18T10:49:32.704" v="8959" actId="20577"/>
          <ac:spMkLst>
            <pc:docMk/>
            <pc:sldMk cId="3272091512" sldId="1584"/>
            <ac:spMk id="2" creationId="{F5CD6008-56F6-3C13-E977-9BBE02A700B8}"/>
          </ac:spMkLst>
        </pc:spChg>
      </pc:sldChg>
      <pc:sldChg chg="modSp add mod">
        <pc:chgData name="TOMIOKA Rio" userId="f1152ccc-8031-465f-b7e6-eeabb05e2b2e" providerId="ADAL" clId="{E439E026-F255-1645-8D24-552EDF281CF7}" dt="2025-06-18T10:39:47.853" v="8849" actId="207"/>
        <pc:sldMkLst>
          <pc:docMk/>
          <pc:sldMk cId="1487838545" sldId="1585"/>
        </pc:sldMkLst>
        <pc:spChg chg="mod">
          <ac:chgData name="TOMIOKA Rio" userId="f1152ccc-8031-465f-b7e6-eeabb05e2b2e" providerId="ADAL" clId="{E439E026-F255-1645-8D24-552EDF281CF7}" dt="2025-06-18T10:39:47.853" v="8849" actId="207"/>
          <ac:spMkLst>
            <pc:docMk/>
            <pc:sldMk cId="1487838545" sldId="1585"/>
            <ac:spMk id="3" creationId="{00CB0234-6EE8-0D1A-F136-6989FFF22C6E}"/>
          </ac:spMkLst>
        </pc:spChg>
      </pc:sldChg>
      <pc:sldChg chg="modSp add mod">
        <pc:chgData name="TOMIOKA Rio" userId="f1152ccc-8031-465f-b7e6-eeabb05e2b2e" providerId="ADAL" clId="{E439E026-F255-1645-8D24-552EDF281CF7}" dt="2025-06-18T10:40:01.495" v="8852" actId="207"/>
        <pc:sldMkLst>
          <pc:docMk/>
          <pc:sldMk cId="3034904158" sldId="1586"/>
        </pc:sldMkLst>
        <pc:spChg chg="mod">
          <ac:chgData name="TOMIOKA Rio" userId="f1152ccc-8031-465f-b7e6-eeabb05e2b2e" providerId="ADAL" clId="{E439E026-F255-1645-8D24-552EDF281CF7}" dt="2025-06-18T10:40:01.495" v="8852" actId="207"/>
          <ac:spMkLst>
            <pc:docMk/>
            <pc:sldMk cId="3034904158" sldId="1586"/>
            <ac:spMk id="3" creationId="{0F65260A-7D9A-D7CE-9C82-90FCD28AAA6F}"/>
          </ac:spMkLst>
        </pc:spChg>
      </pc:sldChg>
      <pc:sldChg chg="modSp add mod">
        <pc:chgData name="TOMIOKA Rio" userId="f1152ccc-8031-465f-b7e6-eeabb05e2b2e" providerId="ADAL" clId="{E439E026-F255-1645-8D24-552EDF281CF7}" dt="2025-06-18T10:40:07.875" v="8854" actId="207"/>
        <pc:sldMkLst>
          <pc:docMk/>
          <pc:sldMk cId="2982042209" sldId="1587"/>
        </pc:sldMkLst>
        <pc:spChg chg="mod">
          <ac:chgData name="TOMIOKA Rio" userId="f1152ccc-8031-465f-b7e6-eeabb05e2b2e" providerId="ADAL" clId="{E439E026-F255-1645-8D24-552EDF281CF7}" dt="2025-06-18T10:40:07.875" v="8854" actId="207"/>
          <ac:spMkLst>
            <pc:docMk/>
            <pc:sldMk cId="2982042209" sldId="1587"/>
            <ac:spMk id="3" creationId="{6AB975D1-F808-1508-8E70-27606FF9FAC8}"/>
          </ac:spMkLst>
        </pc:spChg>
      </pc:sldChg>
      <pc:sldChg chg="addSp delSp modSp new mod">
        <pc:chgData name="TOMIOKA Rio" userId="f1152ccc-8031-465f-b7e6-eeabb05e2b2e" providerId="ADAL" clId="{E439E026-F255-1645-8D24-552EDF281CF7}" dt="2025-06-18T10:49:15.840" v="8945" actId="1076"/>
        <pc:sldMkLst>
          <pc:docMk/>
          <pc:sldMk cId="3169901475" sldId="1588"/>
        </pc:sldMkLst>
        <pc:spChg chg="mod">
          <ac:chgData name="TOMIOKA Rio" userId="f1152ccc-8031-465f-b7e6-eeabb05e2b2e" providerId="ADAL" clId="{E439E026-F255-1645-8D24-552EDF281CF7}" dt="2025-06-18T10:48:53.436" v="8934" actId="20577"/>
          <ac:spMkLst>
            <pc:docMk/>
            <pc:sldMk cId="3169901475" sldId="1588"/>
            <ac:spMk id="2" creationId="{64EBB1C4-3E6B-C3B2-3110-96FD332BA3FC}"/>
          </ac:spMkLst>
        </pc:spChg>
        <pc:spChg chg="add mod">
          <ac:chgData name="TOMIOKA Rio" userId="f1152ccc-8031-465f-b7e6-eeabb05e2b2e" providerId="ADAL" clId="{E439E026-F255-1645-8D24-552EDF281CF7}" dt="2025-06-18T10:48:59.126" v="8938" actId="1076"/>
          <ac:spMkLst>
            <pc:docMk/>
            <pc:sldMk cId="3169901475" sldId="1588"/>
            <ac:spMk id="4" creationId="{5651C678-E2BC-70F0-6C89-E7357E65D8AD}"/>
          </ac:spMkLst>
        </pc:spChg>
        <pc:picChg chg="add mod">
          <ac:chgData name="TOMIOKA Rio" userId="f1152ccc-8031-465f-b7e6-eeabb05e2b2e" providerId="ADAL" clId="{E439E026-F255-1645-8D24-552EDF281CF7}" dt="2025-06-18T10:49:15.840" v="8945" actId="1076"/>
          <ac:picMkLst>
            <pc:docMk/>
            <pc:sldMk cId="3169901475" sldId="1588"/>
            <ac:picMk id="6" creationId="{B87ECAEB-0622-6E82-6B63-5F76252D1669}"/>
          </ac:picMkLst>
        </pc:picChg>
      </pc:sldChg>
      <pc:sldChg chg="delSp modSp add mod">
        <pc:chgData name="TOMIOKA Rio" userId="f1152ccc-8031-465f-b7e6-eeabb05e2b2e" providerId="ADAL" clId="{E439E026-F255-1645-8D24-552EDF281CF7}" dt="2025-06-18T10:54:25.692" v="9184" actId="1076"/>
        <pc:sldMkLst>
          <pc:docMk/>
          <pc:sldMk cId="745715239" sldId="1589"/>
        </pc:sldMkLst>
        <pc:spChg chg="mod">
          <ac:chgData name="TOMIOKA Rio" userId="f1152ccc-8031-465f-b7e6-eeabb05e2b2e" providerId="ADAL" clId="{E439E026-F255-1645-8D24-552EDF281CF7}" dt="2025-06-18T10:50:02.359" v="8963" actId="20577"/>
          <ac:spMkLst>
            <pc:docMk/>
            <pc:sldMk cId="745715239" sldId="1589"/>
            <ac:spMk id="2" creationId="{5732BD3E-2CFB-1E15-1D71-D1B749CE5C75}"/>
          </ac:spMkLst>
        </pc:spChg>
        <pc:spChg chg="mod">
          <ac:chgData name="TOMIOKA Rio" userId="f1152ccc-8031-465f-b7e6-eeabb05e2b2e" providerId="ADAL" clId="{E439E026-F255-1645-8D24-552EDF281CF7}" dt="2025-06-18T10:54:05.693" v="9183" actId="58"/>
          <ac:spMkLst>
            <pc:docMk/>
            <pc:sldMk cId="745715239" sldId="1589"/>
            <ac:spMk id="3" creationId="{767FA8F7-035C-879C-F8D8-194D5FD88828}"/>
          </ac:spMkLst>
        </pc:spChg>
        <pc:spChg chg="mod">
          <ac:chgData name="TOMIOKA Rio" userId="f1152ccc-8031-465f-b7e6-eeabb05e2b2e" providerId="ADAL" clId="{E439E026-F255-1645-8D24-552EDF281CF7}" dt="2025-06-18T10:54:25.692" v="9184" actId="1076"/>
          <ac:spMkLst>
            <pc:docMk/>
            <pc:sldMk cId="745715239" sldId="1589"/>
            <ac:spMk id="10" creationId="{4006BB06-2F0B-C5B5-6D5F-CFE09B232BF8}"/>
          </ac:spMkLst>
        </pc:spChg>
        <pc:spChg chg="mod">
          <ac:chgData name="TOMIOKA Rio" userId="f1152ccc-8031-465f-b7e6-eeabb05e2b2e" providerId="ADAL" clId="{E439E026-F255-1645-8D24-552EDF281CF7}" dt="2025-06-18T10:54:25.692" v="9184" actId="1076"/>
          <ac:spMkLst>
            <pc:docMk/>
            <pc:sldMk cId="745715239" sldId="1589"/>
            <ac:spMk id="11" creationId="{7866F396-55FD-847D-CBE7-B8D20C977AE6}"/>
          </ac:spMkLst>
        </pc:spChg>
        <pc:spChg chg="mod">
          <ac:chgData name="TOMIOKA Rio" userId="f1152ccc-8031-465f-b7e6-eeabb05e2b2e" providerId="ADAL" clId="{E439E026-F255-1645-8D24-552EDF281CF7}" dt="2025-06-18T10:54:25.692" v="9184" actId="1076"/>
          <ac:spMkLst>
            <pc:docMk/>
            <pc:sldMk cId="745715239" sldId="1589"/>
            <ac:spMk id="16" creationId="{0C434598-FE5A-1B04-603D-BED87CAF5701}"/>
          </ac:spMkLst>
        </pc:spChg>
        <pc:spChg chg="mod">
          <ac:chgData name="TOMIOKA Rio" userId="f1152ccc-8031-465f-b7e6-eeabb05e2b2e" providerId="ADAL" clId="{E439E026-F255-1645-8D24-552EDF281CF7}" dt="2025-06-18T10:54:25.692" v="9184" actId="1076"/>
          <ac:spMkLst>
            <pc:docMk/>
            <pc:sldMk cId="745715239" sldId="1589"/>
            <ac:spMk id="17" creationId="{39E18B46-6B74-5CBA-0EF2-7E0CA02AC1D5}"/>
          </ac:spMkLst>
        </pc:spChg>
        <pc:graphicFrameChg chg="mod modGraphic">
          <ac:chgData name="TOMIOKA Rio" userId="f1152ccc-8031-465f-b7e6-eeabb05e2b2e" providerId="ADAL" clId="{E439E026-F255-1645-8D24-552EDF281CF7}" dt="2025-06-18T10:54:25.692" v="9184" actId="1076"/>
          <ac:graphicFrameMkLst>
            <pc:docMk/>
            <pc:sldMk cId="745715239" sldId="1589"/>
            <ac:graphicFrameMk id="5" creationId="{3EE95F45-D035-39FB-88DB-C3D3A195DEDF}"/>
          </ac:graphicFrameMkLst>
        </pc:graphicFrameChg>
      </pc:sldChg>
      <pc:sldChg chg="addSp delSp modSp new del mod">
        <pc:chgData name="TOMIOKA Rio" userId="f1152ccc-8031-465f-b7e6-eeabb05e2b2e" providerId="ADAL" clId="{E439E026-F255-1645-8D24-552EDF281CF7}" dt="2025-06-20T00:14:09.265" v="9594" actId="2696"/>
        <pc:sldMkLst>
          <pc:docMk/>
          <pc:sldMk cId="1973981413" sldId="1590"/>
        </pc:sldMkLst>
        <pc:spChg chg="mod">
          <ac:chgData name="TOMIOKA Rio" userId="f1152ccc-8031-465f-b7e6-eeabb05e2b2e" providerId="ADAL" clId="{E439E026-F255-1645-8D24-552EDF281CF7}" dt="2025-06-20T00:11:09.713" v="9582" actId="20577"/>
          <ac:spMkLst>
            <pc:docMk/>
            <pc:sldMk cId="1973981413" sldId="1590"/>
            <ac:spMk id="2" creationId="{BBCDD617-62F7-0882-F19B-DA478F680C17}"/>
          </ac:spMkLst>
        </pc:spChg>
        <pc:spChg chg="del">
          <ac:chgData name="TOMIOKA Rio" userId="f1152ccc-8031-465f-b7e6-eeabb05e2b2e" providerId="ADAL" clId="{E439E026-F255-1645-8D24-552EDF281CF7}" dt="2025-06-20T00:13:36.792" v="9583"/>
          <ac:spMkLst>
            <pc:docMk/>
            <pc:sldMk cId="1973981413" sldId="1590"/>
            <ac:spMk id="3" creationId="{17538047-D146-CABC-5DB6-9F4F826E60AE}"/>
          </ac:spMkLst>
        </pc:spChg>
        <pc:picChg chg="add mod">
          <ac:chgData name="TOMIOKA Rio" userId="f1152ccc-8031-465f-b7e6-eeabb05e2b2e" providerId="ADAL" clId="{E439E026-F255-1645-8D24-552EDF281CF7}" dt="2025-06-20T00:13:48.905" v="9589" actId="1076"/>
          <ac:picMkLst>
            <pc:docMk/>
            <pc:sldMk cId="1973981413" sldId="1590"/>
            <ac:picMk id="5" creationId="{AA3B9911-6E51-5A0D-ACB9-03B340FD1F2A}"/>
          </ac:picMkLst>
        </pc:picChg>
      </pc:sldChg>
      <pc:sldChg chg="new del">
        <pc:chgData name="TOMIOKA Rio" userId="f1152ccc-8031-465f-b7e6-eeabb05e2b2e" providerId="ADAL" clId="{E439E026-F255-1645-8D24-552EDF281CF7}" dt="2025-06-18T11:07:22.726" v="9198" actId="2696"/>
        <pc:sldMkLst>
          <pc:docMk/>
          <pc:sldMk cId="3339870977" sldId="1590"/>
        </pc:sldMkLst>
      </pc:sldChg>
      <pc:sldChg chg="addSp delSp modSp new mod">
        <pc:chgData name="TOMIOKA Rio" userId="f1152ccc-8031-465f-b7e6-eeabb05e2b2e" providerId="ADAL" clId="{E439E026-F255-1645-8D24-552EDF281CF7}" dt="2025-06-20T00:15:50.501" v="9820" actId="478"/>
        <pc:sldMkLst>
          <pc:docMk/>
          <pc:sldMk cId="2079886953" sldId="1591"/>
        </pc:sldMkLst>
        <pc:spChg chg="mod">
          <ac:chgData name="TOMIOKA Rio" userId="f1152ccc-8031-465f-b7e6-eeabb05e2b2e" providerId="ADAL" clId="{E439E026-F255-1645-8D24-552EDF281CF7}" dt="2025-06-20T00:14:10.422" v="9595"/>
          <ac:spMkLst>
            <pc:docMk/>
            <pc:sldMk cId="2079886953" sldId="1591"/>
            <ac:spMk id="2" creationId="{B2D03AAA-02BB-8F48-B7FF-F60CE02ABD6F}"/>
          </ac:spMkLst>
        </pc:spChg>
        <pc:spChg chg="add del">
          <ac:chgData name="TOMIOKA Rio" userId="f1152ccc-8031-465f-b7e6-eeabb05e2b2e" providerId="ADAL" clId="{E439E026-F255-1645-8D24-552EDF281CF7}" dt="2025-06-20T00:15:50.501" v="9820" actId="478"/>
          <ac:spMkLst>
            <pc:docMk/>
            <pc:sldMk cId="2079886953" sldId="1591"/>
            <ac:spMk id="3" creationId="{2630F64E-A15B-56E7-4C6D-03B0448089E3}"/>
          </ac:spMkLst>
        </pc:spChg>
        <pc:spChg chg="add mod">
          <ac:chgData name="TOMIOKA Rio" userId="f1152ccc-8031-465f-b7e6-eeabb05e2b2e" providerId="ADAL" clId="{E439E026-F255-1645-8D24-552EDF281CF7}" dt="2025-06-20T00:15:48.937" v="9819" actId="1076"/>
          <ac:spMkLst>
            <pc:docMk/>
            <pc:sldMk cId="2079886953" sldId="1591"/>
            <ac:spMk id="5" creationId="{EFC30829-F523-2AE5-8773-05E1D022C2D1}"/>
          </ac:spMkLst>
        </pc:spChg>
        <pc:picChg chg="add mod">
          <ac:chgData name="TOMIOKA Rio" userId="f1152ccc-8031-465f-b7e6-eeabb05e2b2e" providerId="ADAL" clId="{E439E026-F255-1645-8D24-552EDF281CF7}" dt="2025-06-20T00:15:48.937" v="9819" actId="1076"/>
          <ac:picMkLst>
            <pc:docMk/>
            <pc:sldMk cId="2079886953" sldId="1591"/>
            <ac:picMk id="4" creationId="{7D1869BF-39D2-969A-FB03-0353D0005AAE}"/>
          </ac:picMkLst>
        </pc:picChg>
      </pc:sldChg>
      <pc:sldChg chg="addSp modSp new mod">
        <pc:chgData name="TOMIOKA Rio" userId="f1152ccc-8031-465f-b7e6-eeabb05e2b2e" providerId="ADAL" clId="{E439E026-F255-1645-8D24-552EDF281CF7}" dt="2025-06-20T00:33:27.473" v="10712" actId="20577"/>
        <pc:sldMkLst>
          <pc:docMk/>
          <pc:sldMk cId="762686259" sldId="1592"/>
        </pc:sldMkLst>
        <pc:spChg chg="mod">
          <ac:chgData name="TOMIOKA Rio" userId="f1152ccc-8031-465f-b7e6-eeabb05e2b2e" providerId="ADAL" clId="{E439E026-F255-1645-8D24-552EDF281CF7}" dt="2025-06-20T00:16:28.726" v="9859" actId="20577"/>
          <ac:spMkLst>
            <pc:docMk/>
            <pc:sldMk cId="762686259" sldId="1592"/>
            <ac:spMk id="2" creationId="{2AF78482-D963-4507-AFDC-4D9865B6DDBF}"/>
          </ac:spMkLst>
        </pc:spChg>
        <pc:spChg chg="mod">
          <ac:chgData name="TOMIOKA Rio" userId="f1152ccc-8031-465f-b7e6-eeabb05e2b2e" providerId="ADAL" clId="{E439E026-F255-1645-8D24-552EDF281CF7}" dt="2025-06-20T00:33:27.473" v="10712" actId="20577"/>
          <ac:spMkLst>
            <pc:docMk/>
            <pc:sldMk cId="762686259" sldId="1592"/>
            <ac:spMk id="3" creationId="{C4029E62-9BC5-73F1-CFE4-5076362CE93D}"/>
          </ac:spMkLst>
        </pc:spChg>
        <pc:picChg chg="add mod">
          <ac:chgData name="TOMIOKA Rio" userId="f1152ccc-8031-465f-b7e6-eeabb05e2b2e" providerId="ADAL" clId="{E439E026-F255-1645-8D24-552EDF281CF7}" dt="2025-06-20T00:31:29.012" v="10687" actId="1076"/>
          <ac:picMkLst>
            <pc:docMk/>
            <pc:sldMk cId="762686259" sldId="1592"/>
            <ac:picMk id="5" creationId="{2656007C-B22A-E77F-D259-7688ED683FDD}"/>
          </ac:picMkLst>
        </pc:picChg>
      </pc:sldChg>
      <pc:sldChg chg="modSp new mod">
        <pc:chgData name="TOMIOKA Rio" userId="f1152ccc-8031-465f-b7e6-eeabb05e2b2e" providerId="ADAL" clId="{E439E026-F255-1645-8D24-552EDF281CF7}" dt="2025-06-20T00:38:45.741" v="11604" actId="20577"/>
        <pc:sldMkLst>
          <pc:docMk/>
          <pc:sldMk cId="129832213" sldId="1593"/>
        </pc:sldMkLst>
        <pc:spChg chg="mod">
          <ac:chgData name="TOMIOKA Rio" userId="f1152ccc-8031-465f-b7e6-eeabb05e2b2e" providerId="ADAL" clId="{E439E026-F255-1645-8D24-552EDF281CF7}" dt="2025-06-20T00:34:01.896" v="10725" actId="20577"/>
          <ac:spMkLst>
            <pc:docMk/>
            <pc:sldMk cId="129832213" sldId="1593"/>
            <ac:spMk id="2" creationId="{2211E511-0FEE-A576-44D6-53A18BF9DEC2}"/>
          </ac:spMkLst>
        </pc:spChg>
        <pc:spChg chg="mod">
          <ac:chgData name="TOMIOKA Rio" userId="f1152ccc-8031-465f-b7e6-eeabb05e2b2e" providerId="ADAL" clId="{E439E026-F255-1645-8D24-552EDF281CF7}" dt="2025-06-20T00:38:45.741" v="11604" actId="20577"/>
          <ac:spMkLst>
            <pc:docMk/>
            <pc:sldMk cId="129832213" sldId="1593"/>
            <ac:spMk id="3" creationId="{E95BF90B-6E5B-2FF7-7382-5B40D3206B5D}"/>
          </ac:spMkLst>
        </pc:spChg>
      </pc:sldChg>
    </pc:docChg>
  </pc:docChgLst>
  <pc:docChgLst>
    <pc:chgData name="TOMIOKA Rio" userId="f1152ccc-8031-465f-b7e6-eeabb05e2b2e" providerId="ADAL" clId="{FF6DA8D2-DFD0-41F4-B220-139A05B8C4E1}"/>
    <pc:docChg chg="undo custSel addSld delSld modSld sldOrd modMainMaster">
      <pc:chgData name="TOMIOKA Rio" userId="f1152ccc-8031-465f-b7e6-eeabb05e2b2e" providerId="ADAL" clId="{FF6DA8D2-DFD0-41F4-B220-139A05B8C4E1}" dt="2024-02-29T16:54:56.213" v="5698" actId="14100"/>
      <pc:docMkLst>
        <pc:docMk/>
      </pc:docMkLst>
      <pc:sldChg chg="del">
        <pc:chgData name="TOMIOKA Rio" userId="f1152ccc-8031-465f-b7e6-eeabb05e2b2e" providerId="ADAL" clId="{FF6DA8D2-DFD0-41F4-B220-139A05B8C4E1}" dt="2024-02-18T10:07:11.816" v="1" actId="47"/>
        <pc:sldMkLst>
          <pc:docMk/>
          <pc:sldMk cId="675500823" sldId="387"/>
        </pc:sldMkLst>
      </pc:sldChg>
      <pc:sldChg chg="addSp delSp modSp add mod modNotesTx">
        <pc:chgData name="TOMIOKA Rio" userId="f1152ccc-8031-465f-b7e6-eeabb05e2b2e" providerId="ADAL" clId="{FF6DA8D2-DFD0-41F4-B220-139A05B8C4E1}" dt="2024-02-26T04:32:41.897" v="1636" actId="1076"/>
        <pc:sldMkLst>
          <pc:docMk/>
          <pc:sldMk cId="1878506968" sldId="861"/>
        </pc:sldMkLst>
      </pc:sldChg>
      <pc:sldChg chg="modSp mod modNotesTx">
        <pc:chgData name="TOMIOKA Rio" userId="f1152ccc-8031-465f-b7e6-eeabb05e2b2e" providerId="ADAL" clId="{FF6DA8D2-DFD0-41F4-B220-139A05B8C4E1}" dt="2024-02-29T15:52:51.063" v="4262" actId="14"/>
        <pc:sldMkLst>
          <pc:docMk/>
          <pc:sldMk cId="182629437" sldId="863"/>
        </pc:sldMkLst>
      </pc:sldChg>
      <pc:sldChg chg="modSp mod">
        <pc:chgData name="TOMIOKA Rio" userId="f1152ccc-8031-465f-b7e6-eeabb05e2b2e" providerId="ADAL" clId="{FF6DA8D2-DFD0-41F4-B220-139A05B8C4E1}" dt="2024-02-26T04:06:46.979" v="801" actId="20577"/>
        <pc:sldMkLst>
          <pc:docMk/>
          <pc:sldMk cId="867538254" sldId="872"/>
        </pc:sldMkLst>
      </pc:sldChg>
      <pc:sldChg chg="modSp mod">
        <pc:chgData name="TOMIOKA Rio" userId="f1152ccc-8031-465f-b7e6-eeabb05e2b2e" providerId="ADAL" clId="{FF6DA8D2-DFD0-41F4-B220-139A05B8C4E1}" dt="2024-02-26T04:22:52.430" v="1562" actId="1076"/>
        <pc:sldMkLst>
          <pc:docMk/>
          <pc:sldMk cId="1829821" sldId="876"/>
        </pc:sldMkLst>
      </pc:sldChg>
      <pc:sldChg chg="del">
        <pc:chgData name="TOMIOKA Rio" userId="f1152ccc-8031-465f-b7e6-eeabb05e2b2e" providerId="ADAL" clId="{FF6DA8D2-DFD0-41F4-B220-139A05B8C4E1}" dt="2024-02-29T15:36:32.675" v="4094" actId="2696"/>
        <pc:sldMkLst>
          <pc:docMk/>
          <pc:sldMk cId="3241147945" sldId="877"/>
        </pc:sldMkLst>
      </pc:sldChg>
      <pc:sldChg chg="add mod modShow">
        <pc:chgData name="TOMIOKA Rio" userId="f1152ccc-8031-465f-b7e6-eeabb05e2b2e" providerId="ADAL" clId="{FF6DA8D2-DFD0-41F4-B220-139A05B8C4E1}" dt="2024-02-29T16:10:06.782" v="4803" actId="729"/>
        <pc:sldMkLst>
          <pc:docMk/>
          <pc:sldMk cId="3657064719" sldId="877"/>
        </pc:sldMkLst>
      </pc:sldChg>
      <pc:sldChg chg="add mod modShow">
        <pc:chgData name="TOMIOKA Rio" userId="f1152ccc-8031-465f-b7e6-eeabb05e2b2e" providerId="ADAL" clId="{FF6DA8D2-DFD0-41F4-B220-139A05B8C4E1}" dt="2024-02-29T16:10:06.782" v="4803" actId="729"/>
        <pc:sldMkLst>
          <pc:docMk/>
          <pc:sldMk cId="133667322" sldId="881"/>
        </pc:sldMkLst>
      </pc:sldChg>
      <pc:sldChg chg="addSp delSp modSp del mod">
        <pc:chgData name="TOMIOKA Rio" userId="f1152ccc-8031-465f-b7e6-eeabb05e2b2e" providerId="ADAL" clId="{FF6DA8D2-DFD0-41F4-B220-139A05B8C4E1}" dt="2024-02-29T15:36:45" v="4097" actId="2696"/>
        <pc:sldMkLst>
          <pc:docMk/>
          <pc:sldMk cId="1897972931" sldId="881"/>
        </pc:sldMkLst>
      </pc:sldChg>
      <pc:sldChg chg="addSp delSp modSp new mod">
        <pc:chgData name="TOMIOKA Rio" userId="f1152ccc-8031-465f-b7e6-eeabb05e2b2e" providerId="ADAL" clId="{FF6DA8D2-DFD0-41F4-B220-139A05B8C4E1}" dt="2024-02-26T04:34:51.584" v="1703" actId="12788"/>
        <pc:sldMkLst>
          <pc:docMk/>
          <pc:sldMk cId="2444037343" sldId="882"/>
        </pc:sldMkLst>
      </pc:sldChg>
      <pc:sldChg chg="modSp add mod">
        <pc:chgData name="TOMIOKA Rio" userId="f1152ccc-8031-465f-b7e6-eeabb05e2b2e" providerId="ADAL" clId="{FF6DA8D2-DFD0-41F4-B220-139A05B8C4E1}" dt="2024-02-26T04:25:56.186" v="1593" actId="207"/>
        <pc:sldMkLst>
          <pc:docMk/>
          <pc:sldMk cId="2680357894" sldId="883"/>
        </pc:sldMkLst>
      </pc:sldChg>
      <pc:sldChg chg="addSp delSp modSp new mod">
        <pc:chgData name="TOMIOKA Rio" userId="f1152ccc-8031-465f-b7e6-eeabb05e2b2e" providerId="ADAL" clId="{FF6DA8D2-DFD0-41F4-B220-139A05B8C4E1}" dt="2024-02-26T06:21:44.703" v="1866" actId="20577"/>
        <pc:sldMkLst>
          <pc:docMk/>
          <pc:sldMk cId="3623169125" sldId="884"/>
        </pc:sldMkLst>
      </pc:sldChg>
      <pc:sldChg chg="del">
        <pc:chgData name="TOMIOKA Rio" userId="f1152ccc-8031-465f-b7e6-eeabb05e2b2e" providerId="ADAL" clId="{FF6DA8D2-DFD0-41F4-B220-139A05B8C4E1}" dt="2024-02-29T12:08:34.881" v="1868" actId="47"/>
        <pc:sldMkLst>
          <pc:docMk/>
          <pc:sldMk cId="3425549292" sldId="899"/>
        </pc:sldMkLst>
      </pc:sldChg>
      <pc:sldChg chg="del">
        <pc:chgData name="TOMIOKA Rio" userId="f1152ccc-8031-465f-b7e6-eeabb05e2b2e" providerId="ADAL" clId="{FF6DA8D2-DFD0-41F4-B220-139A05B8C4E1}" dt="2024-02-29T15:36:32.675" v="4094" actId="2696"/>
        <pc:sldMkLst>
          <pc:docMk/>
          <pc:sldMk cId="1837192984" sldId="903"/>
        </pc:sldMkLst>
      </pc:sldChg>
      <pc:sldChg chg="add mod modShow">
        <pc:chgData name="TOMIOKA Rio" userId="f1152ccc-8031-465f-b7e6-eeabb05e2b2e" providerId="ADAL" clId="{FF6DA8D2-DFD0-41F4-B220-139A05B8C4E1}" dt="2024-02-29T16:10:06.782" v="4803" actId="729"/>
        <pc:sldMkLst>
          <pc:docMk/>
          <pc:sldMk cId="2865613637" sldId="903"/>
        </pc:sldMkLst>
      </pc:sldChg>
      <pc:sldChg chg="modSp new del mod">
        <pc:chgData name="TOMIOKA Rio" userId="f1152ccc-8031-465f-b7e6-eeabb05e2b2e" providerId="ADAL" clId="{FF6DA8D2-DFD0-41F4-B220-139A05B8C4E1}" dt="2024-02-29T12:20:49.771" v="2078" actId="47"/>
        <pc:sldMkLst>
          <pc:docMk/>
          <pc:sldMk cId="1424639292" sldId="917"/>
        </pc:sldMkLst>
      </pc:sldChg>
      <pc:sldChg chg="addSp delSp modSp new del mod modAnim modNotesTx">
        <pc:chgData name="TOMIOKA Rio" userId="f1152ccc-8031-465f-b7e6-eeabb05e2b2e" providerId="ADAL" clId="{FF6DA8D2-DFD0-41F4-B220-139A05B8C4E1}" dt="2024-02-29T15:57:27.764" v="4307" actId="47"/>
        <pc:sldMkLst>
          <pc:docMk/>
          <pc:sldMk cId="3110753102" sldId="918"/>
        </pc:sldMkLst>
      </pc:sldChg>
      <pc:sldChg chg="addSp modSp new mod modNotesTx">
        <pc:chgData name="TOMIOKA Rio" userId="f1152ccc-8031-465f-b7e6-eeabb05e2b2e" providerId="ADAL" clId="{FF6DA8D2-DFD0-41F4-B220-139A05B8C4E1}" dt="2024-02-29T15:58:12.273" v="4310" actId="12"/>
        <pc:sldMkLst>
          <pc:docMk/>
          <pc:sldMk cId="1597888328" sldId="919"/>
        </pc:sldMkLst>
      </pc:sldChg>
      <pc:sldChg chg="addSp delSp modSp new mod setBg">
        <pc:chgData name="TOMIOKA Rio" userId="f1152ccc-8031-465f-b7e6-eeabb05e2b2e" providerId="ADAL" clId="{FF6DA8D2-DFD0-41F4-B220-139A05B8C4E1}" dt="2024-02-29T13:26:07.764" v="3021" actId="1076"/>
        <pc:sldMkLst>
          <pc:docMk/>
          <pc:sldMk cId="722219049" sldId="920"/>
        </pc:sldMkLst>
      </pc:sldChg>
      <pc:sldChg chg="add">
        <pc:chgData name="TOMIOKA Rio" userId="f1152ccc-8031-465f-b7e6-eeabb05e2b2e" providerId="ADAL" clId="{FF6DA8D2-DFD0-41F4-B220-139A05B8C4E1}" dt="2024-02-29T16:17:17.922" v="5071"/>
        <pc:sldMkLst>
          <pc:docMk/>
          <pc:sldMk cId="2710727213" sldId="921"/>
        </pc:sldMkLst>
      </pc:sldChg>
      <pc:sldChg chg="addSp delSp modSp new del mod modShow">
        <pc:chgData name="TOMIOKA Rio" userId="f1152ccc-8031-465f-b7e6-eeabb05e2b2e" providerId="ADAL" clId="{FF6DA8D2-DFD0-41F4-B220-139A05B8C4E1}" dt="2024-02-29T16:17:10.558" v="5070" actId="2696"/>
        <pc:sldMkLst>
          <pc:docMk/>
          <pc:sldMk cId="4022733679" sldId="921"/>
        </pc:sldMkLst>
      </pc:sldChg>
      <pc:sldChg chg="addSp modSp add mod ord">
        <pc:chgData name="TOMIOKA Rio" userId="f1152ccc-8031-465f-b7e6-eeabb05e2b2e" providerId="ADAL" clId="{FF6DA8D2-DFD0-41F4-B220-139A05B8C4E1}" dt="2024-02-29T16:03:37.023" v="4336"/>
        <pc:sldMkLst>
          <pc:docMk/>
          <pc:sldMk cId="1568165826" sldId="922"/>
        </pc:sldMkLst>
      </pc:sldChg>
      <pc:sldChg chg="addSp modSp add mod modNotesTx">
        <pc:chgData name="TOMIOKA Rio" userId="f1152ccc-8031-465f-b7e6-eeabb05e2b2e" providerId="ADAL" clId="{FF6DA8D2-DFD0-41F4-B220-139A05B8C4E1}" dt="2024-02-29T16:22:40.581" v="5170" actId="20577"/>
        <pc:sldMkLst>
          <pc:docMk/>
          <pc:sldMk cId="3977081539" sldId="923"/>
        </pc:sldMkLst>
      </pc:sldChg>
      <pc:sldChg chg="modSp add mod">
        <pc:chgData name="TOMIOKA Rio" userId="f1152ccc-8031-465f-b7e6-eeabb05e2b2e" providerId="ADAL" clId="{FF6DA8D2-DFD0-41F4-B220-139A05B8C4E1}" dt="2024-02-29T13:30:16.208" v="3071" actId="207"/>
        <pc:sldMkLst>
          <pc:docMk/>
          <pc:sldMk cId="3248802387" sldId="924"/>
        </pc:sldMkLst>
      </pc:sldChg>
      <pc:sldChg chg="modSp new del mod">
        <pc:chgData name="TOMIOKA Rio" userId="f1152ccc-8031-465f-b7e6-eeabb05e2b2e" providerId="ADAL" clId="{FF6DA8D2-DFD0-41F4-B220-139A05B8C4E1}" dt="2024-02-29T16:21:38.511" v="5160" actId="47"/>
        <pc:sldMkLst>
          <pc:docMk/>
          <pc:sldMk cId="815547510" sldId="925"/>
        </pc:sldMkLst>
      </pc:sldChg>
      <pc:sldChg chg="addSp delSp modSp new mod">
        <pc:chgData name="TOMIOKA Rio" userId="f1152ccc-8031-465f-b7e6-eeabb05e2b2e" providerId="ADAL" clId="{FF6DA8D2-DFD0-41F4-B220-139A05B8C4E1}" dt="2024-02-29T16:26:19.999" v="5175" actId="21"/>
        <pc:sldMkLst>
          <pc:docMk/>
          <pc:sldMk cId="1420230515" sldId="926"/>
        </pc:sldMkLst>
      </pc:sldChg>
      <pc:sldChg chg="modSp new mod">
        <pc:chgData name="TOMIOKA Rio" userId="f1152ccc-8031-465f-b7e6-eeabb05e2b2e" providerId="ADAL" clId="{FF6DA8D2-DFD0-41F4-B220-139A05B8C4E1}" dt="2024-02-29T13:31:13.500" v="3162" actId="20577"/>
        <pc:sldMkLst>
          <pc:docMk/>
          <pc:sldMk cId="2616598272" sldId="927"/>
        </pc:sldMkLst>
      </pc:sldChg>
      <pc:sldChg chg="modSp new mod">
        <pc:chgData name="TOMIOKA Rio" userId="f1152ccc-8031-465f-b7e6-eeabb05e2b2e" providerId="ADAL" clId="{FF6DA8D2-DFD0-41F4-B220-139A05B8C4E1}" dt="2024-02-29T15:06:31.171" v="3377" actId="20577"/>
        <pc:sldMkLst>
          <pc:docMk/>
          <pc:sldMk cId="80662618" sldId="928"/>
        </pc:sldMkLst>
      </pc:sldChg>
      <pc:sldChg chg="modSp new mod">
        <pc:chgData name="TOMIOKA Rio" userId="f1152ccc-8031-465f-b7e6-eeabb05e2b2e" providerId="ADAL" clId="{FF6DA8D2-DFD0-41F4-B220-139A05B8C4E1}" dt="2024-02-29T15:12:13.609" v="3393" actId="20577"/>
        <pc:sldMkLst>
          <pc:docMk/>
          <pc:sldMk cId="3833367753" sldId="929"/>
        </pc:sldMkLst>
      </pc:sldChg>
      <pc:sldChg chg="addSp delSp modSp add mod">
        <pc:chgData name="TOMIOKA Rio" userId="f1152ccc-8031-465f-b7e6-eeabb05e2b2e" providerId="ADAL" clId="{FF6DA8D2-DFD0-41F4-B220-139A05B8C4E1}" dt="2024-02-29T15:14:31.226" v="3498" actId="20577"/>
        <pc:sldMkLst>
          <pc:docMk/>
          <pc:sldMk cId="304375417" sldId="930"/>
        </pc:sldMkLst>
      </pc:sldChg>
      <pc:sldChg chg="addSp delSp modSp add mod">
        <pc:chgData name="TOMIOKA Rio" userId="f1152ccc-8031-465f-b7e6-eeabb05e2b2e" providerId="ADAL" clId="{FF6DA8D2-DFD0-41F4-B220-139A05B8C4E1}" dt="2024-02-29T15:14:37.125" v="3499"/>
        <pc:sldMkLst>
          <pc:docMk/>
          <pc:sldMk cId="3293322932" sldId="931"/>
        </pc:sldMkLst>
      </pc:sldChg>
      <pc:sldChg chg="addSp delSp modSp add mod">
        <pc:chgData name="TOMIOKA Rio" userId="f1152ccc-8031-465f-b7e6-eeabb05e2b2e" providerId="ADAL" clId="{FF6DA8D2-DFD0-41F4-B220-139A05B8C4E1}" dt="2024-02-29T15:14:51.838" v="3501" actId="478"/>
        <pc:sldMkLst>
          <pc:docMk/>
          <pc:sldMk cId="3617934458" sldId="932"/>
        </pc:sldMkLst>
      </pc:sldChg>
      <pc:sldChg chg="addSp delSp modSp add mod">
        <pc:chgData name="TOMIOKA Rio" userId="f1152ccc-8031-465f-b7e6-eeabb05e2b2e" providerId="ADAL" clId="{FF6DA8D2-DFD0-41F4-B220-139A05B8C4E1}" dt="2024-02-29T15:14:58.222" v="3504" actId="478"/>
        <pc:sldMkLst>
          <pc:docMk/>
          <pc:sldMk cId="2694087505" sldId="933"/>
        </pc:sldMkLst>
      </pc:sldChg>
      <pc:sldChg chg="modSp new del mod">
        <pc:chgData name="TOMIOKA Rio" userId="f1152ccc-8031-465f-b7e6-eeabb05e2b2e" providerId="ADAL" clId="{FF6DA8D2-DFD0-41F4-B220-139A05B8C4E1}" dt="2024-02-29T15:18:56.153" v="3557" actId="47"/>
        <pc:sldMkLst>
          <pc:docMk/>
          <pc:sldMk cId="2710001289" sldId="934"/>
        </pc:sldMkLst>
      </pc:sldChg>
      <pc:sldChg chg="addSp modSp new mod">
        <pc:chgData name="TOMIOKA Rio" userId="f1152ccc-8031-465f-b7e6-eeabb05e2b2e" providerId="ADAL" clId="{FF6DA8D2-DFD0-41F4-B220-139A05B8C4E1}" dt="2024-02-29T15:39:30.821" v="4187" actId="20577"/>
        <pc:sldMkLst>
          <pc:docMk/>
          <pc:sldMk cId="232926546" sldId="935"/>
        </pc:sldMkLst>
      </pc:sldChg>
      <pc:sldChg chg="add">
        <pc:chgData name="TOMIOKA Rio" userId="f1152ccc-8031-465f-b7e6-eeabb05e2b2e" providerId="ADAL" clId="{FF6DA8D2-DFD0-41F4-B220-139A05B8C4E1}" dt="2024-02-29T15:18:52.344" v="3556"/>
        <pc:sldMkLst>
          <pc:docMk/>
          <pc:sldMk cId="3713779571" sldId="936"/>
        </pc:sldMkLst>
      </pc:sldChg>
      <pc:sldChg chg="new">
        <pc:chgData name="TOMIOKA Rio" userId="f1152ccc-8031-465f-b7e6-eeabb05e2b2e" providerId="ADAL" clId="{FF6DA8D2-DFD0-41F4-B220-139A05B8C4E1}" dt="2024-02-29T15:36:40.473" v="4096" actId="680"/>
        <pc:sldMkLst>
          <pc:docMk/>
          <pc:sldMk cId="3950141159" sldId="937"/>
        </pc:sldMkLst>
      </pc:sldChg>
      <pc:sldChg chg="modSp add mod modNotesTx">
        <pc:chgData name="TOMIOKA Rio" userId="f1152ccc-8031-465f-b7e6-eeabb05e2b2e" providerId="ADAL" clId="{FF6DA8D2-DFD0-41F4-B220-139A05B8C4E1}" dt="2024-02-29T16:30:20.631" v="5233" actId="207"/>
        <pc:sldMkLst>
          <pc:docMk/>
          <pc:sldMk cId="885220503" sldId="938"/>
        </pc:sldMkLst>
      </pc:sldChg>
      <pc:sldChg chg="add modAnim">
        <pc:chgData name="TOMIOKA Rio" userId="f1152ccc-8031-465f-b7e6-eeabb05e2b2e" providerId="ADAL" clId="{FF6DA8D2-DFD0-41F4-B220-139A05B8C4E1}" dt="2024-02-29T15:57:34.441" v="4308"/>
        <pc:sldMkLst>
          <pc:docMk/>
          <pc:sldMk cId="3149863740" sldId="939"/>
        </pc:sldMkLst>
      </pc:sldChg>
      <pc:sldChg chg="addSp delSp modSp new mod">
        <pc:chgData name="TOMIOKA Rio" userId="f1152ccc-8031-465f-b7e6-eeabb05e2b2e" providerId="ADAL" clId="{FF6DA8D2-DFD0-41F4-B220-139A05B8C4E1}" dt="2024-02-29T16:21:52.479" v="5168" actId="20577"/>
        <pc:sldMkLst>
          <pc:docMk/>
          <pc:sldMk cId="2868470925" sldId="940"/>
        </pc:sldMkLst>
      </pc:sldChg>
      <pc:sldChg chg="modSp new del mod modShow">
        <pc:chgData name="TOMIOKA Rio" userId="f1152ccc-8031-465f-b7e6-eeabb05e2b2e" providerId="ADAL" clId="{FF6DA8D2-DFD0-41F4-B220-139A05B8C4E1}" dt="2024-02-29T16:16:57.060" v="5068" actId="2696"/>
        <pc:sldMkLst>
          <pc:docMk/>
          <pc:sldMk cId="3392929482" sldId="941"/>
        </pc:sldMkLst>
      </pc:sldChg>
      <pc:sldChg chg="add">
        <pc:chgData name="TOMIOKA Rio" userId="f1152ccc-8031-465f-b7e6-eeabb05e2b2e" providerId="ADAL" clId="{FF6DA8D2-DFD0-41F4-B220-139A05B8C4E1}" dt="2024-02-29T16:17:08.093" v="5069"/>
        <pc:sldMkLst>
          <pc:docMk/>
          <pc:sldMk cId="3637383938" sldId="941"/>
        </pc:sldMkLst>
      </pc:sldChg>
      <pc:sldChg chg="addSp modSp new mod">
        <pc:chgData name="TOMIOKA Rio" userId="f1152ccc-8031-465f-b7e6-eeabb05e2b2e" providerId="ADAL" clId="{FF6DA8D2-DFD0-41F4-B220-139A05B8C4E1}" dt="2024-02-29T16:40:59.031" v="5504" actId="404"/>
        <pc:sldMkLst>
          <pc:docMk/>
          <pc:sldMk cId="42711200" sldId="942"/>
        </pc:sldMkLst>
      </pc:sldChg>
      <pc:sldChg chg="addSp delSp modSp new mod">
        <pc:chgData name="TOMIOKA Rio" userId="f1152ccc-8031-465f-b7e6-eeabb05e2b2e" providerId="ADAL" clId="{FF6DA8D2-DFD0-41F4-B220-139A05B8C4E1}" dt="2024-02-29T16:49:51.928" v="5647" actId="1076"/>
        <pc:sldMkLst>
          <pc:docMk/>
          <pc:sldMk cId="766883209" sldId="943"/>
        </pc:sldMkLst>
      </pc:sldChg>
      <pc:sldChg chg="modSp add mod modNotesTx">
        <pc:chgData name="TOMIOKA Rio" userId="f1152ccc-8031-465f-b7e6-eeabb05e2b2e" providerId="ADAL" clId="{FF6DA8D2-DFD0-41F4-B220-139A05B8C4E1}" dt="2024-02-29T16:31:04.237" v="5291" actId="20577"/>
        <pc:sldMkLst>
          <pc:docMk/>
          <pc:sldMk cId="76450075" sldId="944"/>
        </pc:sldMkLst>
      </pc:sldChg>
      <pc:sldChg chg="addSp delSp modSp new mod">
        <pc:chgData name="TOMIOKA Rio" userId="f1152ccc-8031-465f-b7e6-eeabb05e2b2e" providerId="ADAL" clId="{FF6DA8D2-DFD0-41F4-B220-139A05B8C4E1}" dt="2024-02-29T16:39:09.588" v="5500" actId="1076"/>
        <pc:sldMkLst>
          <pc:docMk/>
          <pc:sldMk cId="3005775462" sldId="945"/>
        </pc:sldMkLst>
      </pc:sldChg>
      <pc:sldChg chg="delSp modSp add mod">
        <pc:chgData name="TOMIOKA Rio" userId="f1152ccc-8031-465f-b7e6-eeabb05e2b2e" providerId="ADAL" clId="{FF6DA8D2-DFD0-41F4-B220-139A05B8C4E1}" dt="2024-02-29T16:37:06.889" v="5457" actId="14100"/>
        <pc:sldMkLst>
          <pc:docMk/>
          <pc:sldMk cId="462076268" sldId="946"/>
        </pc:sldMkLst>
      </pc:sldChg>
      <pc:sldChg chg="addSp delSp modSp add mod">
        <pc:chgData name="TOMIOKA Rio" userId="f1152ccc-8031-465f-b7e6-eeabb05e2b2e" providerId="ADAL" clId="{FF6DA8D2-DFD0-41F4-B220-139A05B8C4E1}" dt="2024-02-29T16:49:17.541" v="5639" actId="1035"/>
        <pc:sldMkLst>
          <pc:docMk/>
          <pc:sldMk cId="3151850794" sldId="947"/>
        </pc:sldMkLst>
      </pc:sldChg>
      <pc:sldChg chg="addSp modSp add mod">
        <pc:chgData name="TOMIOKA Rio" userId="f1152ccc-8031-465f-b7e6-eeabb05e2b2e" providerId="ADAL" clId="{FF6DA8D2-DFD0-41F4-B220-139A05B8C4E1}" dt="2024-02-29T16:53:05.972" v="5681" actId="207"/>
        <pc:sldMkLst>
          <pc:docMk/>
          <pc:sldMk cId="1993284671" sldId="948"/>
        </pc:sldMkLst>
      </pc:sldChg>
      <pc:sldChg chg="modSp add mod">
        <pc:chgData name="TOMIOKA Rio" userId="f1152ccc-8031-465f-b7e6-eeabb05e2b2e" providerId="ADAL" clId="{FF6DA8D2-DFD0-41F4-B220-139A05B8C4E1}" dt="2024-02-29T16:52:56.661" v="5679" actId="207"/>
        <pc:sldMkLst>
          <pc:docMk/>
          <pc:sldMk cId="2439750642" sldId="949"/>
        </pc:sldMkLst>
      </pc:sldChg>
      <pc:sldChg chg="addSp modSp add mod">
        <pc:chgData name="TOMIOKA Rio" userId="f1152ccc-8031-465f-b7e6-eeabb05e2b2e" providerId="ADAL" clId="{FF6DA8D2-DFD0-41F4-B220-139A05B8C4E1}" dt="2024-02-29T16:54:56.213" v="5698" actId="14100"/>
        <pc:sldMkLst>
          <pc:docMk/>
          <pc:sldMk cId="955589608" sldId="950"/>
        </pc:sldMkLst>
      </pc:sldChg>
      <pc:sldMasterChg chg="modSldLayout">
        <pc:chgData name="TOMIOKA Rio" userId="f1152ccc-8031-465f-b7e6-eeabb05e2b2e" providerId="ADAL" clId="{FF6DA8D2-DFD0-41F4-B220-139A05B8C4E1}" dt="2024-02-18T10:21:21.149" v="131" actId="21"/>
        <pc:sldMasterMkLst>
          <pc:docMk/>
          <pc:sldMasterMk cId="2199914555" sldId="2147483660"/>
        </pc:sldMasterMkLst>
        <pc:sldLayoutChg chg="delSp mod">
          <pc:chgData name="TOMIOKA Rio" userId="f1152ccc-8031-465f-b7e6-eeabb05e2b2e" providerId="ADAL" clId="{FF6DA8D2-DFD0-41F4-B220-139A05B8C4E1}" dt="2024-02-18T10:21:21.149" v="131" actId="21"/>
          <pc:sldLayoutMkLst>
            <pc:docMk/>
            <pc:sldMasterMk cId="2199914555" sldId="2147483660"/>
            <pc:sldLayoutMk cId="2251962543" sldId="2147483661"/>
          </pc:sldLayoutMkLst>
        </pc:sldLayoutChg>
      </pc:sldMasterChg>
    </pc:docChg>
  </pc:docChgLst>
  <pc:docChgLst>
    <pc:chgData name="TOMIOKA Rio" userId="f1152ccc-8031-465f-b7e6-eeabb05e2b2e" providerId="ADAL" clId="{5C3C36CB-E3A6-4D4B-8C42-91A6ADF5B4D7}"/>
    <pc:docChg chg="undo custSel addSld delSld modSld sldOrd">
      <pc:chgData name="TOMIOKA Rio" userId="f1152ccc-8031-465f-b7e6-eeabb05e2b2e" providerId="ADAL" clId="{5C3C36CB-E3A6-4D4B-8C42-91A6ADF5B4D7}" dt="2025-06-12T03:25:11.537" v="7463" actId="2696"/>
      <pc:docMkLst>
        <pc:docMk/>
      </pc:docMkLst>
      <pc:sldChg chg="del">
        <pc:chgData name="TOMIOKA Rio" userId="f1152ccc-8031-465f-b7e6-eeabb05e2b2e" providerId="ADAL" clId="{5C3C36CB-E3A6-4D4B-8C42-91A6ADF5B4D7}" dt="2025-06-05T17:14:58.781" v="23" actId="2696"/>
        <pc:sldMkLst>
          <pc:docMk/>
          <pc:sldMk cId="1097788246" sldId="863"/>
        </pc:sldMkLst>
      </pc:sldChg>
      <pc:sldChg chg="add del">
        <pc:chgData name="TOMIOKA Rio" userId="f1152ccc-8031-465f-b7e6-eeabb05e2b2e" providerId="ADAL" clId="{5C3C36CB-E3A6-4D4B-8C42-91A6ADF5B4D7}" dt="2025-06-05T19:57:19.055" v="6419"/>
        <pc:sldMkLst>
          <pc:docMk/>
          <pc:sldMk cId="3463881480" sldId="919"/>
        </pc:sldMkLst>
      </pc:sldChg>
      <pc:sldChg chg="modSp mod">
        <pc:chgData name="TOMIOKA Rio" userId="f1152ccc-8031-465f-b7e6-eeabb05e2b2e" providerId="ADAL" clId="{5C3C36CB-E3A6-4D4B-8C42-91A6ADF5B4D7}" dt="2025-06-05T17:14:30.943" v="21" actId="20577"/>
        <pc:sldMkLst>
          <pc:docMk/>
          <pc:sldMk cId="1375557163" sldId="920"/>
        </pc:sldMkLst>
      </pc:sldChg>
      <pc:sldChg chg="del">
        <pc:chgData name="TOMIOKA Rio" userId="f1152ccc-8031-465f-b7e6-eeabb05e2b2e" providerId="ADAL" clId="{5C3C36CB-E3A6-4D4B-8C42-91A6ADF5B4D7}" dt="2025-06-05T19:56:24.325" v="6416" actId="2696"/>
        <pc:sldMkLst>
          <pc:docMk/>
          <pc:sldMk cId="2653952804" sldId="921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3086191408" sldId="924"/>
        </pc:sldMkLst>
      </pc:sldChg>
      <pc:sldChg chg="addSp modSp add del">
        <pc:chgData name="TOMIOKA Rio" userId="f1152ccc-8031-465f-b7e6-eeabb05e2b2e" providerId="ADAL" clId="{5C3C36CB-E3A6-4D4B-8C42-91A6ADF5B4D7}" dt="2025-06-05T19:57:56.289" v="6427" actId="2696"/>
        <pc:sldMkLst>
          <pc:docMk/>
          <pc:sldMk cId="2659450393" sldId="926"/>
        </pc:sldMkLst>
      </pc:sldChg>
      <pc:sldChg chg="add del">
        <pc:chgData name="TOMIOKA Rio" userId="f1152ccc-8031-465f-b7e6-eeabb05e2b2e" providerId="ADAL" clId="{5C3C36CB-E3A6-4D4B-8C42-91A6ADF5B4D7}" dt="2025-06-05T19:57:35.735" v="6422" actId="2696"/>
        <pc:sldMkLst>
          <pc:docMk/>
          <pc:sldMk cId="3005496153" sldId="930"/>
        </pc:sldMkLst>
      </pc:sldChg>
      <pc:sldChg chg="add del">
        <pc:chgData name="TOMIOKA Rio" userId="f1152ccc-8031-465f-b7e6-eeabb05e2b2e" providerId="ADAL" clId="{5C3C36CB-E3A6-4D4B-8C42-91A6ADF5B4D7}" dt="2025-06-05T19:57:56.715" v="6428" actId="2696"/>
        <pc:sldMkLst>
          <pc:docMk/>
          <pc:sldMk cId="4221341010" sldId="931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397549021" sldId="939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249282510" sldId="940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405983940" sldId="941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4236053431" sldId="944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331018898" sldId="946"/>
        </pc:sldMkLst>
      </pc:sldChg>
      <pc:sldChg chg="add del">
        <pc:chgData name="TOMIOKA Rio" userId="f1152ccc-8031-465f-b7e6-eeabb05e2b2e" providerId="ADAL" clId="{5C3C36CB-E3A6-4D4B-8C42-91A6ADF5B4D7}" dt="2025-06-05T19:58:09.604" v="6429" actId="2696"/>
        <pc:sldMkLst>
          <pc:docMk/>
          <pc:sldMk cId="3306611882" sldId="948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13376035" sldId="951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25776349" sldId="952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330570625" sldId="953"/>
        </pc:sldMkLst>
      </pc:sldChg>
      <pc:sldChg chg="add del">
        <pc:chgData name="TOMIOKA Rio" userId="f1152ccc-8031-465f-b7e6-eeabb05e2b2e" providerId="ADAL" clId="{5C3C36CB-E3A6-4D4B-8C42-91A6ADF5B4D7}" dt="2025-06-05T19:57:42.149" v="6423" actId="2696"/>
        <pc:sldMkLst>
          <pc:docMk/>
          <pc:sldMk cId="3157529075" sldId="1360"/>
        </pc:sldMkLst>
      </pc:sldChg>
      <pc:sldChg chg="add del">
        <pc:chgData name="TOMIOKA Rio" userId="f1152ccc-8031-465f-b7e6-eeabb05e2b2e" providerId="ADAL" clId="{5C3C36CB-E3A6-4D4B-8C42-91A6ADF5B4D7}" dt="2025-06-05T19:57:45.986" v="6424" actId="2696"/>
        <pc:sldMkLst>
          <pc:docMk/>
          <pc:sldMk cId="2089749591" sldId="1361"/>
        </pc:sldMkLst>
      </pc:sldChg>
      <pc:sldChg chg="add del">
        <pc:chgData name="TOMIOKA Rio" userId="f1152ccc-8031-465f-b7e6-eeabb05e2b2e" providerId="ADAL" clId="{5C3C36CB-E3A6-4D4B-8C42-91A6ADF5B4D7}" dt="2025-06-05T19:57:35.718" v="6421" actId="2696"/>
        <pc:sldMkLst>
          <pc:docMk/>
          <pc:sldMk cId="925663360" sldId="1363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786532839" sldId="1364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3150578311" sldId="1366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1874668713" sldId="1367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4209188467" sldId="1368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807133621" sldId="1370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1579756096" sldId="1397"/>
        </pc:sldMkLst>
      </pc:sldChg>
      <pc:sldChg chg="modSp add mod modClrScheme chgLayout">
        <pc:chgData name="TOMIOKA Rio" userId="f1152ccc-8031-465f-b7e6-eeabb05e2b2e" providerId="ADAL" clId="{5C3C36CB-E3A6-4D4B-8C42-91A6ADF5B4D7}" dt="2025-06-05T17:17:24.655" v="36" actId="5793"/>
        <pc:sldMkLst>
          <pc:docMk/>
          <pc:sldMk cId="2058439896" sldId="1448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1953720285" sldId="1449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2795068100" sldId="1450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1222900793" sldId="1451"/>
        </pc:sldMkLst>
      </pc:sldChg>
      <pc:sldChg chg="modSp add mod modClrScheme chgLayout">
        <pc:chgData name="TOMIOKA Rio" userId="f1152ccc-8031-465f-b7e6-eeabb05e2b2e" providerId="ADAL" clId="{5C3C36CB-E3A6-4D4B-8C42-91A6ADF5B4D7}" dt="2025-06-05T17:20:08.351" v="89" actId="20577"/>
        <pc:sldMkLst>
          <pc:docMk/>
          <pc:sldMk cId="280942773" sldId="1452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2051937319" sldId="1453"/>
        </pc:sldMkLst>
      </pc:sldChg>
      <pc:sldChg chg="modSp add mod modClrScheme chgLayout">
        <pc:chgData name="TOMIOKA Rio" userId="f1152ccc-8031-465f-b7e6-eeabb05e2b2e" providerId="ADAL" clId="{5C3C36CB-E3A6-4D4B-8C42-91A6ADF5B4D7}" dt="2025-06-05T17:30:47.483" v="513" actId="207"/>
        <pc:sldMkLst>
          <pc:docMk/>
          <pc:sldMk cId="251177031" sldId="1454"/>
        </pc:sldMkLst>
      </pc:sldChg>
      <pc:sldChg chg="modSp add mod modClrScheme chgLayout">
        <pc:chgData name="TOMIOKA Rio" userId="f1152ccc-8031-465f-b7e6-eeabb05e2b2e" providerId="ADAL" clId="{5C3C36CB-E3A6-4D4B-8C42-91A6ADF5B4D7}" dt="2025-06-05T17:31:55.966" v="541" actId="20577"/>
        <pc:sldMkLst>
          <pc:docMk/>
          <pc:sldMk cId="2586717087" sldId="1455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817331288" sldId="1456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934592628" sldId="1457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627152058" sldId="1458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561118923" sldId="1459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840496207" sldId="1460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2995387197" sldId="1463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962471058" sldId="1464"/>
        </pc:sldMkLst>
      </pc:sldChg>
      <pc:sldChg chg="add">
        <pc:chgData name="TOMIOKA Rio" userId="f1152ccc-8031-465f-b7e6-eeabb05e2b2e" providerId="ADAL" clId="{5C3C36CB-E3A6-4D4B-8C42-91A6ADF5B4D7}" dt="2025-06-05T19:57:19.055" v="6419"/>
        <pc:sldMkLst>
          <pc:docMk/>
          <pc:sldMk cId="2360812097" sldId="1466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2460479069" sldId="1469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2170744614" sldId="1470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576727677" sldId="1471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2323416801" sldId="1472"/>
        </pc:sldMkLst>
      </pc:sldChg>
      <pc:sldChg chg="add del">
        <pc:chgData name="TOMIOKA Rio" userId="f1152ccc-8031-465f-b7e6-eeabb05e2b2e" providerId="ADAL" clId="{5C3C36CB-E3A6-4D4B-8C42-91A6ADF5B4D7}" dt="2025-06-05T19:59:50.891" v="6435" actId="2696"/>
        <pc:sldMkLst>
          <pc:docMk/>
          <pc:sldMk cId="2712361203" sldId="1473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365820580" sldId="1475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837699886" sldId="1476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255423301" sldId="1477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3163060228" sldId="1478"/>
        </pc:sldMkLst>
      </pc:sldChg>
      <pc:sldChg chg="add del">
        <pc:chgData name="TOMIOKA Rio" userId="f1152ccc-8031-465f-b7e6-eeabb05e2b2e" providerId="ADAL" clId="{5C3C36CB-E3A6-4D4B-8C42-91A6ADF5B4D7}" dt="2025-06-05T19:59:54.555" v="6436" actId="2696"/>
        <pc:sldMkLst>
          <pc:docMk/>
          <pc:sldMk cId="1538406715" sldId="1479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1009694019" sldId="1481"/>
        </pc:sldMkLst>
      </pc:sldChg>
      <pc:sldChg chg="add del">
        <pc:chgData name="TOMIOKA Rio" userId="f1152ccc-8031-465f-b7e6-eeabb05e2b2e" providerId="ADAL" clId="{5C3C36CB-E3A6-4D4B-8C42-91A6ADF5B4D7}" dt="2025-06-05T19:59:11.220" v="6432" actId="2696"/>
        <pc:sldMkLst>
          <pc:docMk/>
          <pc:sldMk cId="1674348995" sldId="1485"/>
        </pc:sldMkLst>
      </pc:sldChg>
      <pc:sldChg chg="add del">
        <pc:chgData name="TOMIOKA Rio" userId="f1152ccc-8031-465f-b7e6-eeabb05e2b2e" providerId="ADAL" clId="{5C3C36CB-E3A6-4D4B-8C42-91A6ADF5B4D7}" dt="2025-06-05T19:59:08.566" v="6431" actId="2696"/>
        <pc:sldMkLst>
          <pc:docMk/>
          <pc:sldMk cId="2122353530" sldId="1486"/>
        </pc:sldMkLst>
      </pc:sldChg>
      <pc:sldChg chg="add">
        <pc:chgData name="TOMIOKA Rio" userId="f1152ccc-8031-465f-b7e6-eeabb05e2b2e" providerId="ADAL" clId="{5C3C36CB-E3A6-4D4B-8C42-91A6ADF5B4D7}" dt="2025-06-05T19:59:02.372" v="6430"/>
        <pc:sldMkLst>
          <pc:docMk/>
          <pc:sldMk cId="1245874023" sldId="1487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1139958188" sldId="1489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750905215" sldId="1490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3351840623" sldId="1492"/>
        </pc:sldMkLst>
      </pc:sldChg>
      <pc:sldChg chg="modSp add mod modClrScheme chgLayout">
        <pc:chgData name="TOMIOKA Rio" userId="f1152ccc-8031-465f-b7e6-eeabb05e2b2e" providerId="ADAL" clId="{5C3C36CB-E3A6-4D4B-8C42-91A6ADF5B4D7}" dt="2025-06-05T17:15:45.216" v="25" actId="700"/>
        <pc:sldMkLst>
          <pc:docMk/>
          <pc:sldMk cId="3354496417" sldId="1493"/>
        </pc:sldMkLst>
      </pc:sldChg>
      <pc:sldChg chg="modSp add del mod">
        <pc:chgData name="TOMIOKA Rio" userId="f1152ccc-8031-465f-b7e6-eeabb05e2b2e" providerId="ADAL" clId="{5C3C36CB-E3A6-4D4B-8C42-91A6ADF5B4D7}" dt="2025-06-05T19:55:51.077" v="6407" actId="2696"/>
        <pc:sldMkLst>
          <pc:docMk/>
          <pc:sldMk cId="1988555913" sldId="1494"/>
        </pc:sldMkLst>
      </pc:sldChg>
      <pc:sldChg chg="modSp add del mod">
        <pc:chgData name="TOMIOKA Rio" userId="f1152ccc-8031-465f-b7e6-eeabb05e2b2e" providerId="ADAL" clId="{5C3C36CB-E3A6-4D4B-8C42-91A6ADF5B4D7}" dt="2025-06-05T19:55:45.015" v="6405" actId="2696"/>
        <pc:sldMkLst>
          <pc:docMk/>
          <pc:sldMk cId="3521161956" sldId="1495"/>
        </pc:sldMkLst>
      </pc:sldChg>
      <pc:sldChg chg="modSp add del mod">
        <pc:chgData name="TOMIOKA Rio" userId="f1152ccc-8031-465f-b7e6-eeabb05e2b2e" providerId="ADAL" clId="{5C3C36CB-E3A6-4D4B-8C42-91A6ADF5B4D7}" dt="2025-06-05T19:55:34.764" v="6402" actId="2696"/>
        <pc:sldMkLst>
          <pc:docMk/>
          <pc:sldMk cId="3874848711" sldId="1496"/>
        </pc:sldMkLst>
      </pc:sldChg>
      <pc:sldChg chg="modSp add del mod">
        <pc:chgData name="TOMIOKA Rio" userId="f1152ccc-8031-465f-b7e6-eeabb05e2b2e" providerId="ADAL" clId="{5C3C36CB-E3A6-4D4B-8C42-91A6ADF5B4D7}" dt="2025-06-05T19:55:26.146" v="6399" actId="2696"/>
        <pc:sldMkLst>
          <pc:docMk/>
          <pc:sldMk cId="3721162319" sldId="1497"/>
        </pc:sldMkLst>
      </pc:sldChg>
      <pc:sldChg chg="modSp add mod">
        <pc:chgData name="TOMIOKA Rio" userId="f1152ccc-8031-465f-b7e6-eeabb05e2b2e" providerId="ADAL" clId="{5C3C36CB-E3A6-4D4B-8C42-91A6ADF5B4D7}" dt="2025-06-05T19:55:15.026" v="6397" actId="20577"/>
        <pc:sldMkLst>
          <pc:docMk/>
          <pc:sldMk cId="1921275570" sldId="1498"/>
        </pc:sldMkLst>
      </pc:sldChg>
      <pc:sldChg chg="addSp delSp modSp add mod modClrScheme chgLayout">
        <pc:chgData name="TOMIOKA Rio" userId="f1152ccc-8031-465f-b7e6-eeabb05e2b2e" providerId="ADAL" clId="{5C3C36CB-E3A6-4D4B-8C42-91A6ADF5B4D7}" dt="2025-06-05T18:43:09.743" v="2445" actId="20577"/>
        <pc:sldMkLst>
          <pc:docMk/>
          <pc:sldMk cId="767062328" sldId="1499"/>
        </pc:sldMkLst>
      </pc:sldChg>
      <pc:sldChg chg="addSp delSp modSp add mod modClrScheme chgLayout">
        <pc:chgData name="TOMIOKA Rio" userId="f1152ccc-8031-465f-b7e6-eeabb05e2b2e" providerId="ADAL" clId="{5C3C36CB-E3A6-4D4B-8C42-91A6ADF5B4D7}" dt="2025-06-05T19:07:27.859" v="3362" actId="20577"/>
        <pc:sldMkLst>
          <pc:docMk/>
          <pc:sldMk cId="258665843" sldId="1500"/>
        </pc:sldMkLst>
      </pc:sldChg>
      <pc:sldChg chg="delSp modSp add mod modClrScheme chgLayout">
        <pc:chgData name="TOMIOKA Rio" userId="f1152ccc-8031-465f-b7e6-eeabb05e2b2e" providerId="ADAL" clId="{5C3C36CB-E3A6-4D4B-8C42-91A6ADF5B4D7}" dt="2025-06-05T19:27:22.645" v="4355" actId="20577"/>
        <pc:sldMkLst>
          <pc:docMk/>
          <pc:sldMk cId="1242448314" sldId="1501"/>
        </pc:sldMkLst>
      </pc:sldChg>
      <pc:sldChg chg="add mod modShow">
        <pc:chgData name="TOMIOKA Rio" userId="f1152ccc-8031-465f-b7e6-eeabb05e2b2e" providerId="ADAL" clId="{5C3C36CB-E3A6-4D4B-8C42-91A6ADF5B4D7}" dt="2025-06-05T19:51:07.353" v="6233" actId="729"/>
        <pc:sldMkLst>
          <pc:docMk/>
          <pc:sldMk cId="394081761" sldId="1502"/>
        </pc:sldMkLst>
      </pc:sldChg>
      <pc:sldChg chg="delSp modSp add del mod modClrScheme chgLayout">
        <pc:chgData name="TOMIOKA Rio" userId="f1152ccc-8031-465f-b7e6-eeabb05e2b2e" providerId="ADAL" clId="{5C3C36CB-E3A6-4D4B-8C42-91A6ADF5B4D7}" dt="2025-06-05T19:51:01.898" v="6231" actId="2696"/>
        <pc:sldMkLst>
          <pc:docMk/>
          <pc:sldMk cId="3464128000" sldId="1502"/>
        </pc:sldMkLst>
      </pc:sldChg>
      <pc:sldChg chg="add del">
        <pc:chgData name="TOMIOKA Rio" userId="f1152ccc-8031-465f-b7e6-eeabb05e2b2e" providerId="ADAL" clId="{5C3C36CB-E3A6-4D4B-8C42-91A6ADF5B4D7}" dt="2025-06-05T19:51:57.864" v="6254" actId="2696"/>
        <pc:sldMkLst>
          <pc:docMk/>
          <pc:sldMk cId="2365828198" sldId="1503"/>
        </pc:sldMkLst>
      </pc:sldChg>
      <pc:sldChg chg="modSp add mod">
        <pc:chgData name="TOMIOKA Rio" userId="f1152ccc-8031-465f-b7e6-eeabb05e2b2e" providerId="ADAL" clId="{5C3C36CB-E3A6-4D4B-8C42-91A6ADF5B4D7}" dt="2025-06-05T18:43:04.406" v="2444" actId="20577"/>
        <pc:sldMkLst>
          <pc:docMk/>
          <pc:sldMk cId="1321630634" sldId="1504"/>
        </pc:sldMkLst>
      </pc:sldChg>
      <pc:sldChg chg="modSp add mod">
        <pc:chgData name="TOMIOKA Rio" userId="f1152ccc-8031-465f-b7e6-eeabb05e2b2e" providerId="ADAL" clId="{5C3C36CB-E3A6-4D4B-8C42-91A6ADF5B4D7}" dt="2025-06-05T18:42:59.853" v="2443" actId="20577"/>
        <pc:sldMkLst>
          <pc:docMk/>
          <pc:sldMk cId="2439234498" sldId="1505"/>
        </pc:sldMkLst>
      </pc:sldChg>
      <pc:sldChg chg="modSp add del mod">
        <pc:chgData name="TOMIOKA Rio" userId="f1152ccc-8031-465f-b7e6-eeabb05e2b2e" providerId="ADAL" clId="{5C3C36CB-E3A6-4D4B-8C42-91A6ADF5B4D7}" dt="2025-06-05T18:42:49.879" v="2441" actId="2696"/>
        <pc:sldMkLst>
          <pc:docMk/>
          <pc:sldMk cId="1671110688" sldId="1506"/>
        </pc:sldMkLst>
      </pc:sldChg>
      <pc:sldChg chg="modSp new del mod ord">
        <pc:chgData name="TOMIOKA Rio" userId="f1152ccc-8031-465f-b7e6-eeabb05e2b2e" providerId="ADAL" clId="{5C3C36CB-E3A6-4D4B-8C42-91A6ADF5B4D7}" dt="2025-06-05T19:01:43.450" v="3117" actId="2696"/>
        <pc:sldMkLst>
          <pc:docMk/>
          <pc:sldMk cId="1032640638" sldId="1507"/>
        </pc:sldMkLst>
      </pc:sldChg>
      <pc:sldChg chg="addSp modSp new mod ord">
        <pc:chgData name="TOMIOKA Rio" userId="f1152ccc-8031-465f-b7e6-eeabb05e2b2e" providerId="ADAL" clId="{5C3C36CB-E3A6-4D4B-8C42-91A6ADF5B4D7}" dt="2025-06-05T19:01:21.205" v="3116" actId="20577"/>
        <pc:sldMkLst>
          <pc:docMk/>
          <pc:sldMk cId="3800749921" sldId="1508"/>
        </pc:sldMkLst>
      </pc:sldChg>
      <pc:sldChg chg="addSp delSp modSp new del mod">
        <pc:chgData name="TOMIOKA Rio" userId="f1152ccc-8031-465f-b7e6-eeabb05e2b2e" providerId="ADAL" clId="{5C3C36CB-E3A6-4D4B-8C42-91A6ADF5B4D7}" dt="2025-06-05T18:16:04.412" v="2350" actId="2696"/>
        <pc:sldMkLst>
          <pc:docMk/>
          <pc:sldMk cId="254355462" sldId="1509"/>
        </pc:sldMkLst>
      </pc:sldChg>
      <pc:sldChg chg="addSp delSp modSp add mod">
        <pc:chgData name="TOMIOKA Rio" userId="f1152ccc-8031-465f-b7e6-eeabb05e2b2e" providerId="ADAL" clId="{5C3C36CB-E3A6-4D4B-8C42-91A6ADF5B4D7}" dt="2025-06-05T18:22:55.439" v="2409" actId="207"/>
        <pc:sldMkLst>
          <pc:docMk/>
          <pc:sldMk cId="1234152884" sldId="1509"/>
        </pc:sldMkLst>
      </pc:sldChg>
      <pc:sldChg chg="addSp delSp modSp new mod ord">
        <pc:chgData name="TOMIOKA Rio" userId="f1152ccc-8031-465f-b7e6-eeabb05e2b2e" providerId="ADAL" clId="{5C3C36CB-E3A6-4D4B-8C42-91A6ADF5B4D7}" dt="2025-06-05T19:22:08.425" v="4086" actId="1076"/>
        <pc:sldMkLst>
          <pc:docMk/>
          <pc:sldMk cId="2463396928" sldId="1510"/>
        </pc:sldMkLst>
      </pc:sldChg>
      <pc:sldChg chg="modSp new del mod">
        <pc:chgData name="TOMIOKA Rio" userId="f1152ccc-8031-465f-b7e6-eeabb05e2b2e" providerId="ADAL" clId="{5C3C36CB-E3A6-4D4B-8C42-91A6ADF5B4D7}" dt="2025-06-05T18:42:49.876" v="2440" actId="2696"/>
        <pc:sldMkLst>
          <pc:docMk/>
          <pc:sldMk cId="1376648408" sldId="1511"/>
        </pc:sldMkLst>
      </pc:sldChg>
      <pc:sldChg chg="addSp modSp add mod">
        <pc:chgData name="TOMIOKA Rio" userId="f1152ccc-8031-465f-b7e6-eeabb05e2b2e" providerId="ADAL" clId="{5C3C36CB-E3A6-4D4B-8C42-91A6ADF5B4D7}" dt="2025-06-05T19:28:21.760" v="4410" actId="1076"/>
        <pc:sldMkLst>
          <pc:docMk/>
          <pc:sldMk cId="1379499874" sldId="1512"/>
        </pc:sldMkLst>
      </pc:sldChg>
      <pc:sldChg chg="addSp modSp add mod">
        <pc:chgData name="TOMIOKA Rio" userId="f1152ccc-8031-465f-b7e6-eeabb05e2b2e" providerId="ADAL" clId="{5C3C36CB-E3A6-4D4B-8C42-91A6ADF5B4D7}" dt="2025-06-05T19:29:38.192" v="4593" actId="1076"/>
        <pc:sldMkLst>
          <pc:docMk/>
          <pc:sldMk cId="541369649" sldId="1513"/>
        </pc:sldMkLst>
      </pc:sldChg>
      <pc:sldChg chg="addSp modSp add mod">
        <pc:chgData name="TOMIOKA Rio" userId="f1152ccc-8031-465f-b7e6-eeabb05e2b2e" providerId="ADAL" clId="{5C3C36CB-E3A6-4D4B-8C42-91A6ADF5B4D7}" dt="2025-06-05T19:28:14.070" v="4408" actId="1076"/>
        <pc:sldMkLst>
          <pc:docMk/>
          <pc:sldMk cId="1027786732" sldId="1514"/>
        </pc:sldMkLst>
      </pc:sldChg>
      <pc:sldChg chg="addSp modSp add mod">
        <pc:chgData name="TOMIOKA Rio" userId="f1152ccc-8031-465f-b7e6-eeabb05e2b2e" providerId="ADAL" clId="{5C3C36CB-E3A6-4D4B-8C42-91A6ADF5B4D7}" dt="2025-06-05T19:30:13.842" v="4658" actId="1076"/>
        <pc:sldMkLst>
          <pc:docMk/>
          <pc:sldMk cId="380047922" sldId="1515"/>
        </pc:sldMkLst>
      </pc:sldChg>
      <pc:sldChg chg="addSp delSp modSp new mod">
        <pc:chgData name="TOMIOKA Rio" userId="f1152ccc-8031-465f-b7e6-eeabb05e2b2e" providerId="ADAL" clId="{5C3C36CB-E3A6-4D4B-8C42-91A6ADF5B4D7}" dt="2025-06-05T18:57:28.293" v="3025" actId="1037"/>
        <pc:sldMkLst>
          <pc:docMk/>
          <pc:sldMk cId="1258424399" sldId="1516"/>
        </pc:sldMkLst>
      </pc:sldChg>
      <pc:sldChg chg="addSp delSp modSp new mod">
        <pc:chgData name="TOMIOKA Rio" userId="f1152ccc-8031-465f-b7e6-eeabb05e2b2e" providerId="ADAL" clId="{5C3C36CB-E3A6-4D4B-8C42-91A6ADF5B4D7}" dt="2025-06-05T19:24:17.249" v="4187" actId="20577"/>
        <pc:sldMkLst>
          <pc:docMk/>
          <pc:sldMk cId="4231389394" sldId="1517"/>
        </pc:sldMkLst>
      </pc:sldChg>
      <pc:sldChg chg="modSp new add del mod">
        <pc:chgData name="TOMIOKA Rio" userId="f1152ccc-8031-465f-b7e6-eeabb05e2b2e" providerId="ADAL" clId="{5C3C36CB-E3A6-4D4B-8C42-91A6ADF5B4D7}" dt="2025-06-05T19:51:01.898" v="6231" actId="2696"/>
        <pc:sldMkLst>
          <pc:docMk/>
          <pc:sldMk cId="328287807" sldId="1518"/>
        </pc:sldMkLst>
      </pc:sldChg>
      <pc:sldChg chg="add mod modShow">
        <pc:chgData name="TOMIOKA Rio" userId="f1152ccc-8031-465f-b7e6-eeabb05e2b2e" providerId="ADAL" clId="{5C3C36CB-E3A6-4D4B-8C42-91A6ADF5B4D7}" dt="2025-06-05T19:51:07.353" v="6233" actId="729"/>
        <pc:sldMkLst>
          <pc:docMk/>
          <pc:sldMk cId="1243754487" sldId="1518"/>
        </pc:sldMkLst>
      </pc:sldChg>
      <pc:sldChg chg="modSp new add del mod">
        <pc:chgData name="TOMIOKA Rio" userId="f1152ccc-8031-465f-b7e6-eeabb05e2b2e" providerId="ADAL" clId="{5C3C36CB-E3A6-4D4B-8C42-91A6ADF5B4D7}" dt="2025-06-05T19:51:01.898" v="6231" actId="2696"/>
        <pc:sldMkLst>
          <pc:docMk/>
          <pc:sldMk cId="254433310" sldId="1519"/>
        </pc:sldMkLst>
      </pc:sldChg>
      <pc:sldChg chg="add mod modShow">
        <pc:chgData name="TOMIOKA Rio" userId="f1152ccc-8031-465f-b7e6-eeabb05e2b2e" providerId="ADAL" clId="{5C3C36CB-E3A6-4D4B-8C42-91A6ADF5B4D7}" dt="2025-06-05T19:51:07.353" v="6233" actId="729"/>
        <pc:sldMkLst>
          <pc:docMk/>
          <pc:sldMk cId="1262676404" sldId="1519"/>
        </pc:sldMkLst>
      </pc:sldChg>
      <pc:sldChg chg="modSp new mod">
        <pc:chgData name="TOMIOKA Rio" userId="f1152ccc-8031-465f-b7e6-eeabb05e2b2e" providerId="ADAL" clId="{5C3C36CB-E3A6-4D4B-8C42-91A6ADF5B4D7}" dt="2025-06-05T19:50:30.298" v="6224" actId="20577"/>
        <pc:sldMkLst>
          <pc:docMk/>
          <pc:sldMk cId="1494571578" sldId="1520"/>
        </pc:sldMkLst>
      </pc:sldChg>
      <pc:sldChg chg="new del">
        <pc:chgData name="TOMIOKA Rio" userId="f1152ccc-8031-465f-b7e6-eeabb05e2b2e" providerId="ADAL" clId="{5C3C36CB-E3A6-4D4B-8C42-91A6ADF5B4D7}" dt="2025-06-05T19:51:12.617" v="6235" actId="2696"/>
        <pc:sldMkLst>
          <pc:docMk/>
          <pc:sldMk cId="1532431282" sldId="1521"/>
        </pc:sldMkLst>
      </pc:sldChg>
      <pc:sldChg chg="modSp new mod ord modShow">
        <pc:chgData name="TOMIOKA Rio" userId="f1152ccc-8031-465f-b7e6-eeabb05e2b2e" providerId="ADAL" clId="{5C3C36CB-E3A6-4D4B-8C42-91A6ADF5B4D7}" dt="2025-06-05T19:51:23.984" v="6249" actId="729"/>
        <pc:sldMkLst>
          <pc:docMk/>
          <pc:sldMk cId="2284362790" sldId="1521"/>
        </pc:sldMkLst>
      </pc:sldChg>
      <pc:sldChg chg="modSp add del mod">
        <pc:chgData name="TOMIOKA Rio" userId="f1152ccc-8031-465f-b7e6-eeabb05e2b2e" providerId="ADAL" clId="{5C3C36CB-E3A6-4D4B-8C42-91A6ADF5B4D7}" dt="2025-06-12T03:25:11.537" v="7463" actId="2696"/>
        <pc:sldMkLst>
          <pc:docMk/>
          <pc:sldMk cId="2267077218" sldId="1522"/>
        </pc:sldMkLst>
      </pc:sldChg>
      <pc:sldChg chg="modSp add mod">
        <pc:chgData name="TOMIOKA Rio" userId="f1152ccc-8031-465f-b7e6-eeabb05e2b2e" providerId="ADAL" clId="{5C3C36CB-E3A6-4D4B-8C42-91A6ADF5B4D7}" dt="2025-06-05T19:52:00.646" v="6255" actId="20577"/>
        <pc:sldMkLst>
          <pc:docMk/>
          <pc:sldMk cId="1404743294" sldId="1523"/>
        </pc:sldMkLst>
      </pc:sldChg>
      <pc:sldChg chg="modSp new mod modShow">
        <pc:chgData name="TOMIOKA Rio" userId="f1152ccc-8031-465f-b7e6-eeabb05e2b2e" providerId="ADAL" clId="{5C3C36CB-E3A6-4D4B-8C42-91A6ADF5B4D7}" dt="2025-06-05T19:52:42.784" v="6284" actId="729"/>
        <pc:sldMkLst>
          <pc:docMk/>
          <pc:sldMk cId="2797929106" sldId="1524"/>
        </pc:sldMkLst>
      </pc:sldChg>
      <pc:sldChg chg="modSp add mod">
        <pc:chgData name="TOMIOKA Rio" userId="f1152ccc-8031-465f-b7e6-eeabb05e2b2e" providerId="ADAL" clId="{5C3C36CB-E3A6-4D4B-8C42-91A6ADF5B4D7}" dt="2025-06-05T19:55:30.317" v="6400" actId="207"/>
        <pc:sldMkLst>
          <pc:docMk/>
          <pc:sldMk cId="809364378" sldId="1525"/>
        </pc:sldMkLst>
      </pc:sldChg>
      <pc:sldChg chg="modSp add mod">
        <pc:chgData name="TOMIOKA Rio" userId="f1152ccc-8031-465f-b7e6-eeabb05e2b2e" providerId="ADAL" clId="{5C3C36CB-E3A6-4D4B-8C42-91A6ADF5B4D7}" dt="2025-06-05T19:55:37.712" v="6403" actId="207"/>
        <pc:sldMkLst>
          <pc:docMk/>
          <pc:sldMk cId="2297686622" sldId="1526"/>
        </pc:sldMkLst>
      </pc:sldChg>
      <pc:sldChg chg="modSp add mod">
        <pc:chgData name="TOMIOKA Rio" userId="f1152ccc-8031-465f-b7e6-eeabb05e2b2e" providerId="ADAL" clId="{5C3C36CB-E3A6-4D4B-8C42-91A6ADF5B4D7}" dt="2025-06-05T19:55:47.587" v="6406" actId="207"/>
        <pc:sldMkLst>
          <pc:docMk/>
          <pc:sldMk cId="4233179282" sldId="1527"/>
        </pc:sldMkLst>
      </pc:sldChg>
      <pc:sldChg chg="add">
        <pc:chgData name="TOMIOKA Rio" userId="f1152ccc-8031-465f-b7e6-eeabb05e2b2e" providerId="ADAL" clId="{5C3C36CB-E3A6-4D4B-8C42-91A6ADF5B4D7}" dt="2025-06-05T19:55:52.849" v="6408"/>
        <pc:sldMkLst>
          <pc:docMk/>
          <pc:sldMk cId="3173873830" sldId="1528"/>
        </pc:sldMkLst>
      </pc:sldChg>
      <pc:sldChg chg="modSp add mod">
        <pc:chgData name="TOMIOKA Rio" userId="f1152ccc-8031-465f-b7e6-eeabb05e2b2e" providerId="ADAL" clId="{5C3C36CB-E3A6-4D4B-8C42-91A6ADF5B4D7}" dt="2025-06-05T19:56:09.803" v="6412" actId="207"/>
        <pc:sldMkLst>
          <pc:docMk/>
          <pc:sldMk cId="955670250" sldId="1529"/>
        </pc:sldMkLst>
      </pc:sldChg>
      <pc:sldChg chg="modSp add mod">
        <pc:chgData name="TOMIOKA Rio" userId="f1152ccc-8031-465f-b7e6-eeabb05e2b2e" providerId="ADAL" clId="{5C3C36CB-E3A6-4D4B-8C42-91A6ADF5B4D7}" dt="2025-06-05T19:56:18.987" v="6415" actId="207"/>
        <pc:sldMkLst>
          <pc:docMk/>
          <pc:sldMk cId="1321991718" sldId="1530"/>
        </pc:sldMkLst>
      </pc:sldChg>
      <pc:sldChg chg="modSp add mod">
        <pc:chgData name="TOMIOKA Rio" userId="f1152ccc-8031-465f-b7e6-eeabb05e2b2e" providerId="ADAL" clId="{5C3C36CB-E3A6-4D4B-8C42-91A6ADF5B4D7}" dt="2025-06-05T19:56:36.546" v="6418" actId="207"/>
        <pc:sldMkLst>
          <pc:docMk/>
          <pc:sldMk cId="3200762817" sldId="1531"/>
        </pc:sldMkLst>
      </pc:sldChg>
      <pc:sldChg chg="modSp new mod">
        <pc:chgData name="TOMIOKA Rio" userId="f1152ccc-8031-465f-b7e6-eeabb05e2b2e" providerId="ADAL" clId="{5C3C36CB-E3A6-4D4B-8C42-91A6ADF5B4D7}" dt="2025-06-06T05:31:33.876" v="6449" actId="27636"/>
        <pc:sldMkLst>
          <pc:docMk/>
          <pc:sldMk cId="2115252128" sldId="1532"/>
        </pc:sldMkLst>
      </pc:sldChg>
      <pc:sldChg chg="modSp new mod">
        <pc:chgData name="TOMIOKA Rio" userId="f1152ccc-8031-465f-b7e6-eeabb05e2b2e" providerId="ADAL" clId="{5C3C36CB-E3A6-4D4B-8C42-91A6ADF5B4D7}" dt="2025-06-06T05:50:50.832" v="6594" actId="27636"/>
        <pc:sldMkLst>
          <pc:docMk/>
          <pc:sldMk cId="2270841612" sldId="1533"/>
        </pc:sldMkLst>
      </pc:sldChg>
      <pc:sldChg chg="modSp new mod">
        <pc:chgData name="TOMIOKA Rio" userId="f1152ccc-8031-465f-b7e6-eeabb05e2b2e" providerId="ADAL" clId="{5C3C36CB-E3A6-4D4B-8C42-91A6ADF5B4D7}" dt="2025-06-06T05:50:47.538" v="6590" actId="404"/>
        <pc:sldMkLst>
          <pc:docMk/>
          <pc:sldMk cId="591122457" sldId="1534"/>
        </pc:sldMkLst>
      </pc:sldChg>
      <pc:sldChg chg="modSp new mod">
        <pc:chgData name="TOMIOKA Rio" userId="f1152ccc-8031-465f-b7e6-eeabb05e2b2e" providerId="ADAL" clId="{5C3C36CB-E3A6-4D4B-8C42-91A6ADF5B4D7}" dt="2025-06-06T05:50:44.106" v="6587" actId="27636"/>
        <pc:sldMkLst>
          <pc:docMk/>
          <pc:sldMk cId="897206656" sldId="1535"/>
        </pc:sldMkLst>
      </pc:sldChg>
      <pc:sldChg chg="modSp new mod">
        <pc:chgData name="TOMIOKA Rio" userId="f1152ccc-8031-465f-b7e6-eeabb05e2b2e" providerId="ADAL" clId="{5C3C36CB-E3A6-4D4B-8C42-91A6ADF5B4D7}" dt="2025-06-06T05:50:39.916" v="6583" actId="403"/>
        <pc:sldMkLst>
          <pc:docMk/>
          <pc:sldMk cId="2409945749" sldId="1536"/>
        </pc:sldMkLst>
      </pc:sldChg>
      <pc:sldChg chg="modSp new mod">
        <pc:chgData name="TOMIOKA Rio" userId="f1152ccc-8031-465f-b7e6-eeabb05e2b2e" providerId="ADAL" clId="{5C3C36CB-E3A6-4D4B-8C42-91A6ADF5B4D7}" dt="2025-06-06T05:50:31.551" v="6579" actId="27636"/>
        <pc:sldMkLst>
          <pc:docMk/>
          <pc:sldMk cId="726509096" sldId="1537"/>
        </pc:sldMkLst>
      </pc:sldChg>
      <pc:sldChg chg="modSp new mod">
        <pc:chgData name="TOMIOKA Rio" userId="f1152ccc-8031-465f-b7e6-eeabb05e2b2e" providerId="ADAL" clId="{5C3C36CB-E3A6-4D4B-8C42-91A6ADF5B4D7}" dt="2025-06-06T05:50:28.783" v="6577" actId="403"/>
        <pc:sldMkLst>
          <pc:docMk/>
          <pc:sldMk cId="2725897347" sldId="1538"/>
        </pc:sldMkLst>
      </pc:sldChg>
      <pc:sldChg chg="modSp new mod">
        <pc:chgData name="TOMIOKA Rio" userId="f1152ccc-8031-465f-b7e6-eeabb05e2b2e" providerId="ADAL" clId="{5C3C36CB-E3A6-4D4B-8C42-91A6ADF5B4D7}" dt="2025-06-06T06:02:52.579" v="6619" actId="403"/>
        <pc:sldMkLst>
          <pc:docMk/>
          <pc:sldMk cId="821185881" sldId="1539"/>
        </pc:sldMkLst>
      </pc:sldChg>
      <pc:sldChg chg="modSp add mod">
        <pc:chgData name="TOMIOKA Rio" userId="f1152ccc-8031-465f-b7e6-eeabb05e2b2e" providerId="ADAL" clId="{5C3C36CB-E3A6-4D4B-8C42-91A6ADF5B4D7}" dt="2025-06-06T06:57:34.632" v="7202" actId="20577"/>
        <pc:sldMkLst>
          <pc:docMk/>
          <pc:sldMk cId="2476757361" sldId="1540"/>
        </pc:sldMkLst>
        <pc:spChg chg="mod">
          <ac:chgData name="TOMIOKA Rio" userId="f1152ccc-8031-465f-b7e6-eeabb05e2b2e" providerId="ADAL" clId="{5C3C36CB-E3A6-4D4B-8C42-91A6ADF5B4D7}" dt="2025-06-06T06:57:34.632" v="7202" actId="20577"/>
          <ac:spMkLst>
            <pc:docMk/>
            <pc:sldMk cId="2476757361" sldId="1540"/>
            <ac:spMk id="5" creationId="{5273AFB5-4A70-4260-E8EF-3F7FA6D9E137}"/>
          </ac:spMkLst>
        </pc:spChg>
        <pc:spChg chg="mod">
          <ac:chgData name="TOMIOKA Rio" userId="f1152ccc-8031-465f-b7e6-eeabb05e2b2e" providerId="ADAL" clId="{5C3C36CB-E3A6-4D4B-8C42-91A6ADF5B4D7}" dt="2025-06-06T06:47:59.693" v="6667" actId="20577"/>
          <ac:spMkLst>
            <pc:docMk/>
            <pc:sldMk cId="2476757361" sldId="1540"/>
            <ac:spMk id="6" creationId="{B930F139-B82C-955F-3758-AE928E2974E4}"/>
          </ac:spMkLst>
        </pc:spChg>
      </pc:sldChg>
      <pc:sldChg chg="addSp modSp add mod">
        <pc:chgData name="TOMIOKA Rio" userId="f1152ccc-8031-465f-b7e6-eeabb05e2b2e" providerId="ADAL" clId="{5C3C36CB-E3A6-4D4B-8C42-91A6ADF5B4D7}" dt="2025-06-06T07:00:34.778" v="7462" actId="20577"/>
        <pc:sldMkLst>
          <pc:docMk/>
          <pc:sldMk cId="3748464549" sldId="1541"/>
        </pc:sldMkLst>
      </pc:sldChg>
      <pc:sldChg chg="modSp add mod modClrScheme chgLayout">
        <pc:chgData name="TOMIOKA Rio" userId="f1152ccc-8031-465f-b7e6-eeabb05e2b2e" providerId="ADAL" clId="{5C3C36CB-E3A6-4D4B-8C42-91A6ADF5B4D7}" dt="2025-06-06T06:59:00.840" v="7218" actId="20577"/>
        <pc:sldMkLst>
          <pc:docMk/>
          <pc:sldMk cId="1195275481" sldId="1542"/>
        </pc:sldMkLst>
      </pc:sldChg>
    </pc:docChg>
  </pc:docChgLst>
  <pc:docChgLst>
    <pc:chgData name="TOMIOKA Rio" userId="f1152ccc-8031-465f-b7e6-eeabb05e2b2e" providerId="ADAL" clId="{F9F58E7A-4EAD-4C4C-9138-9231474EB81D}"/>
    <pc:docChg chg="undo custSel addSld delSld modSld sldOrd">
      <pc:chgData name="TOMIOKA Rio" userId="f1152ccc-8031-465f-b7e6-eeabb05e2b2e" providerId="ADAL" clId="{F9F58E7A-4EAD-4C4C-9138-9231474EB81D}" dt="2024-03-02T01:51:44.215" v="3393"/>
      <pc:docMkLst>
        <pc:docMk/>
      </pc:docMkLst>
      <pc:sldChg chg="add">
        <pc:chgData name="TOMIOKA Rio" userId="f1152ccc-8031-465f-b7e6-eeabb05e2b2e" providerId="ADAL" clId="{F9F58E7A-4EAD-4C4C-9138-9231474EB81D}" dt="2024-03-01T22:34:02.665" v="2532"/>
        <pc:sldMkLst>
          <pc:docMk/>
          <pc:sldMk cId="2918584734" sldId="256"/>
        </pc:sldMkLst>
      </pc:sldChg>
      <pc:sldChg chg="delSp add mod">
        <pc:chgData name="TOMIOKA Rio" userId="f1152ccc-8031-465f-b7e6-eeabb05e2b2e" providerId="ADAL" clId="{F9F58E7A-4EAD-4C4C-9138-9231474EB81D}" dt="2024-03-01T22:34:25.920" v="2534" actId="478"/>
        <pc:sldMkLst>
          <pc:docMk/>
          <pc:sldMk cId="1306722894" sldId="373"/>
        </pc:sldMkLst>
      </pc:sldChg>
      <pc:sldChg chg="addSp delSp modSp add mod">
        <pc:chgData name="TOMIOKA Rio" userId="f1152ccc-8031-465f-b7e6-eeabb05e2b2e" providerId="ADAL" clId="{F9F58E7A-4EAD-4C4C-9138-9231474EB81D}" dt="2024-03-01T22:53:51.093" v="3153" actId="1036"/>
        <pc:sldMkLst>
          <pc:docMk/>
          <pc:sldMk cId="1110024352" sldId="374"/>
        </pc:sldMkLst>
      </pc:sldChg>
      <pc:sldChg chg="addSp delSp modSp add mod">
        <pc:chgData name="TOMIOKA Rio" userId="f1152ccc-8031-465f-b7e6-eeabb05e2b2e" providerId="ADAL" clId="{F9F58E7A-4EAD-4C4C-9138-9231474EB81D}" dt="2024-03-01T23:38:47.592" v="3240" actId="207"/>
        <pc:sldMkLst>
          <pc:docMk/>
          <pc:sldMk cId="2997975835" sldId="478"/>
        </pc:sldMkLst>
      </pc:sldChg>
      <pc:sldChg chg="modSp add mod modAnim">
        <pc:chgData name="TOMIOKA Rio" userId="f1152ccc-8031-465f-b7e6-eeabb05e2b2e" providerId="ADAL" clId="{F9F58E7A-4EAD-4C4C-9138-9231474EB81D}" dt="2024-03-02T01:11:32.297" v="3334" actId="20577"/>
        <pc:sldMkLst>
          <pc:docMk/>
          <pc:sldMk cId="2202386054" sldId="479"/>
        </pc:sldMkLst>
      </pc:sldChg>
      <pc:sldChg chg="add del">
        <pc:chgData name="TOMIOKA Rio" userId="f1152ccc-8031-465f-b7e6-eeabb05e2b2e" providerId="ADAL" clId="{F9F58E7A-4EAD-4C4C-9138-9231474EB81D}" dt="2024-03-01T16:43:43.618" v="1289" actId="47"/>
        <pc:sldMkLst>
          <pc:docMk/>
          <pc:sldMk cId="816275949" sldId="481"/>
        </pc:sldMkLst>
      </pc:sldChg>
      <pc:sldChg chg="modSp add mod">
        <pc:chgData name="TOMIOKA Rio" userId="f1152ccc-8031-465f-b7e6-eeabb05e2b2e" providerId="ADAL" clId="{F9F58E7A-4EAD-4C4C-9138-9231474EB81D}" dt="2024-03-01T22:37:24.181" v="2700" actId="1035"/>
        <pc:sldMkLst>
          <pc:docMk/>
          <pc:sldMk cId="3533065168" sldId="822"/>
        </pc:sldMkLst>
      </pc:sldChg>
      <pc:sldChg chg="del">
        <pc:chgData name="TOMIOKA Rio" userId="f1152ccc-8031-465f-b7e6-eeabb05e2b2e" providerId="ADAL" clId="{F9F58E7A-4EAD-4C4C-9138-9231474EB81D}" dt="2024-03-01T18:15:11.752" v="1874" actId="47"/>
        <pc:sldMkLst>
          <pc:docMk/>
          <pc:sldMk cId="232592771" sldId="859"/>
        </pc:sldMkLst>
      </pc:sldChg>
      <pc:sldChg chg="del">
        <pc:chgData name="TOMIOKA Rio" userId="f1152ccc-8031-465f-b7e6-eeabb05e2b2e" providerId="ADAL" clId="{F9F58E7A-4EAD-4C4C-9138-9231474EB81D}" dt="2024-03-01T18:15:13.829" v="1875" actId="47"/>
        <pc:sldMkLst>
          <pc:docMk/>
          <pc:sldMk cId="33643606" sldId="860"/>
        </pc:sldMkLst>
      </pc:sldChg>
      <pc:sldChg chg="modSp mod">
        <pc:chgData name="TOMIOKA Rio" userId="f1152ccc-8031-465f-b7e6-eeabb05e2b2e" providerId="ADAL" clId="{F9F58E7A-4EAD-4C4C-9138-9231474EB81D}" dt="2024-03-02T01:30:24.386" v="3391" actId="947"/>
        <pc:sldMkLst>
          <pc:docMk/>
          <pc:sldMk cId="1878506968" sldId="861"/>
        </pc:sldMkLst>
      </pc:sldChg>
      <pc:sldChg chg="modSp mod modNotesTx">
        <pc:chgData name="TOMIOKA Rio" userId="f1152ccc-8031-465f-b7e6-eeabb05e2b2e" providerId="ADAL" clId="{F9F58E7A-4EAD-4C4C-9138-9231474EB81D}" dt="2024-03-02T00:52:28.497" v="3276" actId="20577"/>
        <pc:sldMkLst>
          <pc:docMk/>
          <pc:sldMk cId="182629437" sldId="863"/>
        </pc:sldMkLst>
      </pc:sldChg>
      <pc:sldChg chg="add del">
        <pc:chgData name="TOMIOKA Rio" userId="f1152ccc-8031-465f-b7e6-eeabb05e2b2e" providerId="ADAL" clId="{F9F58E7A-4EAD-4C4C-9138-9231474EB81D}" dt="2024-03-01T18:08:03.068" v="1826" actId="47"/>
        <pc:sldMkLst>
          <pc:docMk/>
          <pc:sldMk cId="4284469902" sldId="864"/>
        </pc:sldMkLst>
      </pc:sldChg>
      <pc:sldChg chg="modSp add mod ord">
        <pc:chgData name="TOMIOKA Rio" userId="f1152ccc-8031-465f-b7e6-eeabb05e2b2e" providerId="ADAL" clId="{F9F58E7A-4EAD-4C4C-9138-9231474EB81D}" dt="2024-03-01T22:31:05.031" v="2496" actId="20577"/>
        <pc:sldMkLst>
          <pc:docMk/>
          <pc:sldMk cId="603679762" sldId="868"/>
        </pc:sldMkLst>
      </pc:sldChg>
      <pc:sldChg chg="add del">
        <pc:chgData name="TOMIOKA Rio" userId="f1152ccc-8031-465f-b7e6-eeabb05e2b2e" providerId="ADAL" clId="{F9F58E7A-4EAD-4C4C-9138-9231474EB81D}" dt="2024-03-01T18:08:05.052" v="1827" actId="47"/>
        <pc:sldMkLst>
          <pc:docMk/>
          <pc:sldMk cId="3442437311" sldId="868"/>
        </pc:sldMkLst>
      </pc:sldChg>
      <pc:sldChg chg="del">
        <pc:chgData name="TOMIOKA Rio" userId="f1152ccc-8031-465f-b7e6-eeabb05e2b2e" providerId="ADAL" clId="{F9F58E7A-4EAD-4C4C-9138-9231474EB81D}" dt="2024-03-01T18:08:12.021" v="1828" actId="47"/>
        <pc:sldMkLst>
          <pc:docMk/>
          <pc:sldMk cId="1125781074" sldId="870"/>
        </pc:sldMkLst>
      </pc:sldChg>
      <pc:sldChg chg="del">
        <pc:chgData name="TOMIOKA Rio" userId="f1152ccc-8031-465f-b7e6-eeabb05e2b2e" providerId="ADAL" clId="{F9F58E7A-4EAD-4C4C-9138-9231474EB81D}" dt="2024-03-01T18:08:18.920" v="1830" actId="47"/>
        <pc:sldMkLst>
          <pc:docMk/>
          <pc:sldMk cId="1589051127" sldId="873"/>
        </pc:sldMkLst>
      </pc:sldChg>
      <pc:sldChg chg="add setBg">
        <pc:chgData name="TOMIOKA Rio" userId="f1152ccc-8031-465f-b7e6-eeabb05e2b2e" providerId="ADAL" clId="{F9F58E7A-4EAD-4C4C-9138-9231474EB81D}" dt="2024-03-01T22:16:22.366" v="2114"/>
        <pc:sldMkLst>
          <pc:docMk/>
          <pc:sldMk cId="775903020" sldId="875"/>
        </pc:sldMkLst>
      </pc:sldChg>
      <pc:sldChg chg="del mod modShow">
        <pc:chgData name="TOMIOKA Rio" userId="f1152ccc-8031-465f-b7e6-eeabb05e2b2e" providerId="ADAL" clId="{F9F58E7A-4EAD-4C4C-9138-9231474EB81D}" dt="2024-03-01T22:16:11.772" v="2112" actId="2696"/>
        <pc:sldMkLst>
          <pc:docMk/>
          <pc:sldMk cId="2070249773" sldId="875"/>
        </pc:sldMkLst>
      </pc:sldChg>
      <pc:sldChg chg="modSp mod modShow">
        <pc:chgData name="TOMIOKA Rio" userId="f1152ccc-8031-465f-b7e6-eeabb05e2b2e" providerId="ADAL" clId="{F9F58E7A-4EAD-4C4C-9138-9231474EB81D}" dt="2024-03-01T22:17:09.267" v="2142" actId="20577"/>
        <pc:sldMkLst>
          <pc:docMk/>
          <pc:sldMk cId="3657064719" sldId="877"/>
        </pc:sldMkLst>
      </pc:sldChg>
      <pc:sldChg chg="mod ord modShow">
        <pc:chgData name="TOMIOKA Rio" userId="f1152ccc-8031-465f-b7e6-eeabb05e2b2e" providerId="ADAL" clId="{F9F58E7A-4EAD-4C4C-9138-9231474EB81D}" dt="2024-03-01T22:30:27.169" v="2473"/>
        <pc:sldMkLst>
          <pc:docMk/>
          <pc:sldMk cId="133667322" sldId="881"/>
        </pc:sldMkLst>
      </pc:sldChg>
      <pc:sldChg chg="del">
        <pc:chgData name="TOMIOKA Rio" userId="f1152ccc-8031-465f-b7e6-eeabb05e2b2e" providerId="ADAL" clId="{F9F58E7A-4EAD-4C4C-9138-9231474EB81D}" dt="2024-03-01T18:08:21.207" v="1831" actId="47"/>
        <pc:sldMkLst>
          <pc:docMk/>
          <pc:sldMk cId="2444037343" sldId="882"/>
        </pc:sldMkLst>
      </pc:sldChg>
      <pc:sldChg chg="del">
        <pc:chgData name="TOMIOKA Rio" userId="f1152ccc-8031-465f-b7e6-eeabb05e2b2e" providerId="ADAL" clId="{F9F58E7A-4EAD-4C4C-9138-9231474EB81D}" dt="2024-03-01T18:08:34.213" v="1840" actId="47"/>
        <pc:sldMkLst>
          <pc:docMk/>
          <pc:sldMk cId="2623412732" sldId="887"/>
        </pc:sldMkLst>
      </pc:sldChg>
      <pc:sldChg chg="del">
        <pc:chgData name="TOMIOKA Rio" userId="f1152ccc-8031-465f-b7e6-eeabb05e2b2e" providerId="ADAL" clId="{F9F58E7A-4EAD-4C4C-9138-9231474EB81D}" dt="2024-03-01T18:08:38.361" v="1842" actId="47"/>
        <pc:sldMkLst>
          <pc:docMk/>
          <pc:sldMk cId="3591331849" sldId="889"/>
        </pc:sldMkLst>
      </pc:sldChg>
      <pc:sldChg chg="del">
        <pc:chgData name="TOMIOKA Rio" userId="f1152ccc-8031-465f-b7e6-eeabb05e2b2e" providerId="ADAL" clId="{F9F58E7A-4EAD-4C4C-9138-9231474EB81D}" dt="2024-03-01T18:08:39.129" v="1843" actId="47"/>
        <pc:sldMkLst>
          <pc:docMk/>
          <pc:sldMk cId="90394759" sldId="890"/>
        </pc:sldMkLst>
      </pc:sldChg>
      <pc:sldChg chg="del">
        <pc:chgData name="TOMIOKA Rio" userId="f1152ccc-8031-465f-b7e6-eeabb05e2b2e" providerId="ADAL" clId="{F9F58E7A-4EAD-4C4C-9138-9231474EB81D}" dt="2024-03-01T18:08:51.308" v="1850" actId="47"/>
        <pc:sldMkLst>
          <pc:docMk/>
          <pc:sldMk cId="4273011957" sldId="891"/>
        </pc:sldMkLst>
      </pc:sldChg>
      <pc:sldChg chg="del">
        <pc:chgData name="TOMIOKA Rio" userId="f1152ccc-8031-465f-b7e6-eeabb05e2b2e" providerId="ADAL" clId="{F9F58E7A-4EAD-4C4C-9138-9231474EB81D}" dt="2024-03-01T18:08:47.497" v="1847" actId="47"/>
        <pc:sldMkLst>
          <pc:docMk/>
          <pc:sldMk cId="3111210310" sldId="892"/>
        </pc:sldMkLst>
      </pc:sldChg>
      <pc:sldChg chg="del">
        <pc:chgData name="TOMIOKA Rio" userId="f1152ccc-8031-465f-b7e6-eeabb05e2b2e" providerId="ADAL" clId="{F9F58E7A-4EAD-4C4C-9138-9231474EB81D}" dt="2024-03-01T18:08:46.338" v="1846" actId="47"/>
        <pc:sldMkLst>
          <pc:docMk/>
          <pc:sldMk cId="1881037879" sldId="893"/>
        </pc:sldMkLst>
      </pc:sldChg>
      <pc:sldChg chg="del">
        <pc:chgData name="TOMIOKA Rio" userId="f1152ccc-8031-465f-b7e6-eeabb05e2b2e" providerId="ADAL" clId="{F9F58E7A-4EAD-4C4C-9138-9231474EB81D}" dt="2024-03-01T18:08:48.283" v="1848" actId="47"/>
        <pc:sldMkLst>
          <pc:docMk/>
          <pc:sldMk cId="1191950667" sldId="894"/>
        </pc:sldMkLst>
      </pc:sldChg>
      <pc:sldChg chg="del">
        <pc:chgData name="TOMIOKA Rio" userId="f1152ccc-8031-465f-b7e6-eeabb05e2b2e" providerId="ADAL" clId="{F9F58E7A-4EAD-4C4C-9138-9231474EB81D}" dt="2024-03-01T18:08:50.102" v="1849" actId="47"/>
        <pc:sldMkLst>
          <pc:docMk/>
          <pc:sldMk cId="2183611700" sldId="895"/>
        </pc:sldMkLst>
      </pc:sldChg>
      <pc:sldChg chg="del">
        <pc:chgData name="TOMIOKA Rio" userId="f1152ccc-8031-465f-b7e6-eeabb05e2b2e" providerId="ADAL" clId="{F9F58E7A-4EAD-4C4C-9138-9231474EB81D}" dt="2024-03-01T18:08:40.560" v="1844" actId="47"/>
        <pc:sldMkLst>
          <pc:docMk/>
          <pc:sldMk cId="1941939399" sldId="897"/>
        </pc:sldMkLst>
      </pc:sldChg>
      <pc:sldChg chg="del">
        <pc:chgData name="TOMIOKA Rio" userId="f1152ccc-8031-465f-b7e6-eeabb05e2b2e" providerId="ADAL" clId="{F9F58E7A-4EAD-4C4C-9138-9231474EB81D}" dt="2024-03-01T18:08:42.460" v="1845" actId="47"/>
        <pc:sldMkLst>
          <pc:docMk/>
          <pc:sldMk cId="2145379813" sldId="898"/>
        </pc:sldMkLst>
      </pc:sldChg>
      <pc:sldChg chg="del">
        <pc:chgData name="TOMIOKA Rio" userId="f1152ccc-8031-465f-b7e6-eeabb05e2b2e" providerId="ADAL" clId="{F9F58E7A-4EAD-4C4C-9138-9231474EB81D}" dt="2024-03-01T18:08:22.318" v="1832" actId="47"/>
        <pc:sldMkLst>
          <pc:docMk/>
          <pc:sldMk cId="2345895994" sldId="901"/>
        </pc:sldMkLst>
      </pc:sldChg>
      <pc:sldChg chg="del">
        <pc:chgData name="TOMIOKA Rio" userId="f1152ccc-8031-465f-b7e6-eeabb05e2b2e" providerId="ADAL" clId="{F9F58E7A-4EAD-4C4C-9138-9231474EB81D}" dt="2024-03-01T18:08:15.715" v="1829" actId="47"/>
        <pc:sldMkLst>
          <pc:docMk/>
          <pc:sldMk cId="2487444478" sldId="902"/>
        </pc:sldMkLst>
      </pc:sldChg>
      <pc:sldChg chg="modSp mod modShow">
        <pc:chgData name="TOMIOKA Rio" userId="f1152ccc-8031-465f-b7e6-eeabb05e2b2e" providerId="ADAL" clId="{F9F58E7A-4EAD-4C4C-9138-9231474EB81D}" dt="2024-03-01T22:17:13.849" v="2143"/>
        <pc:sldMkLst>
          <pc:docMk/>
          <pc:sldMk cId="2865613637" sldId="903"/>
        </pc:sldMkLst>
      </pc:sldChg>
      <pc:sldChg chg="del">
        <pc:chgData name="TOMIOKA Rio" userId="f1152ccc-8031-465f-b7e6-eeabb05e2b2e" providerId="ADAL" clId="{F9F58E7A-4EAD-4C4C-9138-9231474EB81D}" dt="2024-03-01T18:08:27.228" v="1833" actId="47"/>
        <pc:sldMkLst>
          <pc:docMk/>
          <pc:sldMk cId="2986092129" sldId="904"/>
        </pc:sldMkLst>
      </pc:sldChg>
      <pc:sldChg chg="del">
        <pc:chgData name="TOMIOKA Rio" userId="f1152ccc-8031-465f-b7e6-eeabb05e2b2e" providerId="ADAL" clId="{F9F58E7A-4EAD-4C4C-9138-9231474EB81D}" dt="2024-03-01T18:08:28.713" v="1834" actId="47"/>
        <pc:sldMkLst>
          <pc:docMk/>
          <pc:sldMk cId="667643046" sldId="905"/>
        </pc:sldMkLst>
      </pc:sldChg>
      <pc:sldChg chg="del">
        <pc:chgData name="TOMIOKA Rio" userId="f1152ccc-8031-465f-b7e6-eeabb05e2b2e" providerId="ADAL" clId="{F9F58E7A-4EAD-4C4C-9138-9231474EB81D}" dt="2024-03-01T18:08:29.310" v="1835" actId="47"/>
        <pc:sldMkLst>
          <pc:docMk/>
          <pc:sldMk cId="3762224334" sldId="906"/>
        </pc:sldMkLst>
      </pc:sldChg>
      <pc:sldChg chg="del">
        <pc:chgData name="TOMIOKA Rio" userId="f1152ccc-8031-465f-b7e6-eeabb05e2b2e" providerId="ADAL" clId="{F9F58E7A-4EAD-4C4C-9138-9231474EB81D}" dt="2024-03-01T18:08:30.126" v="1836" actId="47"/>
        <pc:sldMkLst>
          <pc:docMk/>
          <pc:sldMk cId="1909201417" sldId="907"/>
        </pc:sldMkLst>
      </pc:sldChg>
      <pc:sldChg chg="del">
        <pc:chgData name="TOMIOKA Rio" userId="f1152ccc-8031-465f-b7e6-eeabb05e2b2e" providerId="ADAL" clId="{F9F58E7A-4EAD-4C4C-9138-9231474EB81D}" dt="2024-03-01T18:08:31.051" v="1837" actId="47"/>
        <pc:sldMkLst>
          <pc:docMk/>
          <pc:sldMk cId="1722135487" sldId="908"/>
        </pc:sldMkLst>
      </pc:sldChg>
      <pc:sldChg chg="del">
        <pc:chgData name="TOMIOKA Rio" userId="f1152ccc-8031-465f-b7e6-eeabb05e2b2e" providerId="ADAL" clId="{F9F58E7A-4EAD-4C4C-9138-9231474EB81D}" dt="2024-03-01T18:08:32.161" v="1838" actId="47"/>
        <pc:sldMkLst>
          <pc:docMk/>
          <pc:sldMk cId="1504863982" sldId="909"/>
        </pc:sldMkLst>
      </pc:sldChg>
      <pc:sldChg chg="del">
        <pc:chgData name="TOMIOKA Rio" userId="f1152ccc-8031-465f-b7e6-eeabb05e2b2e" providerId="ADAL" clId="{F9F58E7A-4EAD-4C4C-9138-9231474EB81D}" dt="2024-03-01T18:08:33.007" v="1839" actId="47"/>
        <pc:sldMkLst>
          <pc:docMk/>
          <pc:sldMk cId="658572110" sldId="910"/>
        </pc:sldMkLst>
      </pc:sldChg>
      <pc:sldChg chg="del">
        <pc:chgData name="TOMIOKA Rio" userId="f1152ccc-8031-465f-b7e6-eeabb05e2b2e" providerId="ADAL" clId="{F9F58E7A-4EAD-4C4C-9138-9231474EB81D}" dt="2024-03-01T18:08:35.015" v="1841" actId="47"/>
        <pc:sldMkLst>
          <pc:docMk/>
          <pc:sldMk cId="3288905190" sldId="912"/>
        </pc:sldMkLst>
      </pc:sldChg>
      <pc:sldChg chg="addSp delSp modSp mod modNotesTx">
        <pc:chgData name="TOMIOKA Rio" userId="f1152ccc-8031-465f-b7e6-eeabb05e2b2e" providerId="ADAL" clId="{F9F58E7A-4EAD-4C4C-9138-9231474EB81D}" dt="2024-03-01T23:22:19.028" v="3157" actId="20577"/>
        <pc:sldMkLst>
          <pc:docMk/>
          <pc:sldMk cId="1597888328" sldId="919"/>
        </pc:sldMkLst>
      </pc:sldChg>
      <pc:sldChg chg="modNotesTx">
        <pc:chgData name="TOMIOKA Rio" userId="f1152ccc-8031-465f-b7e6-eeabb05e2b2e" providerId="ADAL" clId="{F9F58E7A-4EAD-4C4C-9138-9231474EB81D}" dt="2024-03-01T23:22:21.760" v="3158" actId="20577"/>
        <pc:sldMkLst>
          <pc:docMk/>
          <pc:sldMk cId="722219049" sldId="920"/>
        </pc:sldMkLst>
      </pc:sldChg>
      <pc:sldChg chg="modNotesTx">
        <pc:chgData name="TOMIOKA Rio" userId="f1152ccc-8031-465f-b7e6-eeabb05e2b2e" providerId="ADAL" clId="{F9F58E7A-4EAD-4C4C-9138-9231474EB81D}" dt="2024-03-01T23:22:23.953" v="3159" actId="20577"/>
        <pc:sldMkLst>
          <pc:docMk/>
          <pc:sldMk cId="1568165826" sldId="922"/>
        </pc:sldMkLst>
      </pc:sldChg>
      <pc:sldChg chg="modNotesTx">
        <pc:chgData name="TOMIOKA Rio" userId="f1152ccc-8031-465f-b7e6-eeabb05e2b2e" providerId="ADAL" clId="{F9F58E7A-4EAD-4C4C-9138-9231474EB81D}" dt="2024-03-01T23:22:32.588" v="3161" actId="20577"/>
        <pc:sldMkLst>
          <pc:docMk/>
          <pc:sldMk cId="3977081539" sldId="923"/>
        </pc:sldMkLst>
      </pc:sldChg>
      <pc:sldChg chg="addSp delSp modSp mod ord modTransition modNotesTx">
        <pc:chgData name="TOMIOKA Rio" userId="f1152ccc-8031-465f-b7e6-eeabb05e2b2e" providerId="ADAL" clId="{F9F58E7A-4EAD-4C4C-9138-9231474EB81D}" dt="2024-03-02T01:07:46.840" v="3332" actId="207"/>
        <pc:sldMkLst>
          <pc:docMk/>
          <pc:sldMk cId="3248802387" sldId="924"/>
        </pc:sldMkLst>
      </pc:sldChg>
      <pc:sldChg chg="modSp mod modNotesTx">
        <pc:chgData name="TOMIOKA Rio" userId="f1152ccc-8031-465f-b7e6-eeabb05e2b2e" providerId="ADAL" clId="{F9F58E7A-4EAD-4C4C-9138-9231474EB81D}" dt="2024-03-01T23:22:57.431" v="3167" actId="20577"/>
        <pc:sldMkLst>
          <pc:docMk/>
          <pc:sldMk cId="1420230515" sldId="926"/>
        </pc:sldMkLst>
      </pc:sldChg>
      <pc:sldChg chg="modNotesTx">
        <pc:chgData name="TOMIOKA Rio" userId="f1152ccc-8031-465f-b7e6-eeabb05e2b2e" providerId="ADAL" clId="{F9F58E7A-4EAD-4C4C-9138-9231474EB81D}" dt="2024-03-01T23:23:08.088" v="3170" actId="20577"/>
        <pc:sldMkLst>
          <pc:docMk/>
          <pc:sldMk cId="80662618" sldId="928"/>
        </pc:sldMkLst>
      </pc:sldChg>
      <pc:sldChg chg="add mod setBg modShow">
        <pc:chgData name="TOMIOKA Rio" userId="f1152ccc-8031-465f-b7e6-eeabb05e2b2e" providerId="ADAL" clId="{F9F58E7A-4EAD-4C4C-9138-9231474EB81D}" dt="2024-03-01T22:15:41.450" v="2108" actId="729"/>
        <pc:sldMkLst>
          <pc:docMk/>
          <pc:sldMk cId="3022095410" sldId="937"/>
        </pc:sldMkLst>
      </pc:sldChg>
      <pc:sldChg chg="del">
        <pc:chgData name="TOMIOKA Rio" userId="f1152ccc-8031-465f-b7e6-eeabb05e2b2e" providerId="ADAL" clId="{F9F58E7A-4EAD-4C4C-9138-9231474EB81D}" dt="2024-03-01T22:15:08.178" v="2105" actId="2696"/>
        <pc:sldMkLst>
          <pc:docMk/>
          <pc:sldMk cId="3950141159" sldId="937"/>
        </pc:sldMkLst>
      </pc:sldChg>
      <pc:sldChg chg="addSp delSp modSp mod modAnim modNotesTx">
        <pc:chgData name="TOMIOKA Rio" userId="f1152ccc-8031-465f-b7e6-eeabb05e2b2e" providerId="ADAL" clId="{F9F58E7A-4EAD-4C4C-9138-9231474EB81D}" dt="2024-03-01T23:22:16.502" v="3156" actId="20577"/>
        <pc:sldMkLst>
          <pc:docMk/>
          <pc:sldMk cId="3149863740" sldId="939"/>
        </pc:sldMkLst>
      </pc:sldChg>
      <pc:sldChg chg="modNotesTx">
        <pc:chgData name="TOMIOKA Rio" userId="f1152ccc-8031-465f-b7e6-eeabb05e2b2e" providerId="ADAL" clId="{F9F58E7A-4EAD-4C4C-9138-9231474EB81D}" dt="2024-03-01T23:22:27.730" v="3160" actId="20577"/>
        <pc:sldMkLst>
          <pc:docMk/>
          <pc:sldMk cId="2868470925" sldId="940"/>
        </pc:sldMkLst>
      </pc:sldChg>
      <pc:sldChg chg="del">
        <pc:chgData name="TOMIOKA Rio" userId="f1152ccc-8031-465f-b7e6-eeabb05e2b2e" providerId="ADAL" clId="{F9F58E7A-4EAD-4C4C-9138-9231474EB81D}" dt="2024-03-01T18:07:27.024" v="1820" actId="47"/>
        <pc:sldMkLst>
          <pc:docMk/>
          <pc:sldMk cId="3637383938" sldId="941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3637082420" sldId="942"/>
        </pc:sldMkLst>
      </pc:sldChg>
      <pc:sldChg chg="modSp mod modNotesTx">
        <pc:chgData name="TOMIOKA Rio" userId="f1152ccc-8031-465f-b7e6-eeabb05e2b2e" providerId="ADAL" clId="{F9F58E7A-4EAD-4C4C-9138-9231474EB81D}" dt="2024-03-01T23:22:36.225" v="3162" actId="20577"/>
        <pc:sldMkLst>
          <pc:docMk/>
          <pc:sldMk cId="2832856997" sldId="943"/>
        </pc:sldMkLst>
      </pc:sldChg>
      <pc:sldChg chg="del">
        <pc:chgData name="TOMIOKA Rio" userId="f1152ccc-8031-465f-b7e6-eeabb05e2b2e" providerId="ADAL" clId="{F9F58E7A-4EAD-4C4C-9138-9231474EB81D}" dt="2024-03-01T18:07:34.680" v="1821" actId="47"/>
        <pc:sldMkLst>
          <pc:docMk/>
          <pc:sldMk cId="2622934928" sldId="944"/>
        </pc:sldMkLst>
      </pc:sldChg>
      <pc:sldChg chg="del mod ord modShow">
        <pc:chgData name="TOMIOKA Rio" userId="f1152ccc-8031-465f-b7e6-eeabb05e2b2e" providerId="ADAL" clId="{F9F58E7A-4EAD-4C4C-9138-9231474EB81D}" dt="2024-03-01T22:31:27.047" v="2497" actId="47"/>
        <pc:sldMkLst>
          <pc:docMk/>
          <pc:sldMk cId="3167701429" sldId="945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1734188444" sldId="947"/>
        </pc:sldMkLst>
      </pc:sldChg>
      <pc:sldChg chg="modSp mod modNotesTx">
        <pc:chgData name="TOMIOKA Rio" userId="f1152ccc-8031-465f-b7e6-eeabb05e2b2e" providerId="ADAL" clId="{F9F58E7A-4EAD-4C4C-9138-9231474EB81D}" dt="2024-03-01T23:22:40.436" v="3163" actId="20577"/>
        <pc:sldMkLst>
          <pc:docMk/>
          <pc:sldMk cId="47022523" sldId="948"/>
        </pc:sldMkLst>
      </pc:sldChg>
      <pc:sldChg chg="modSp mod modNotesTx">
        <pc:chgData name="TOMIOKA Rio" userId="f1152ccc-8031-465f-b7e6-eeabb05e2b2e" providerId="ADAL" clId="{F9F58E7A-4EAD-4C4C-9138-9231474EB81D}" dt="2024-03-01T23:22:42.991" v="3164" actId="20577"/>
        <pc:sldMkLst>
          <pc:docMk/>
          <pc:sldMk cId="4132533854" sldId="949"/>
        </pc:sldMkLst>
      </pc:sldChg>
      <pc:sldChg chg="modSp mod modNotesTx">
        <pc:chgData name="TOMIOKA Rio" userId="f1152ccc-8031-465f-b7e6-eeabb05e2b2e" providerId="ADAL" clId="{F9F58E7A-4EAD-4C4C-9138-9231474EB81D}" dt="2024-03-01T23:22:50.867" v="3165" actId="20577"/>
        <pc:sldMkLst>
          <pc:docMk/>
          <pc:sldMk cId="1086255655" sldId="950"/>
        </pc:sldMkLst>
      </pc:sldChg>
      <pc:sldChg chg="modSp mod modNotesTx">
        <pc:chgData name="TOMIOKA Rio" userId="f1152ccc-8031-465f-b7e6-eeabb05e2b2e" providerId="ADAL" clId="{F9F58E7A-4EAD-4C4C-9138-9231474EB81D}" dt="2024-03-01T23:22:53.081" v="3166" actId="20577"/>
        <pc:sldMkLst>
          <pc:docMk/>
          <pc:sldMk cId="3855778183" sldId="951"/>
        </pc:sldMkLst>
      </pc:sldChg>
      <pc:sldChg chg="del">
        <pc:chgData name="TOMIOKA Rio" userId="f1152ccc-8031-465f-b7e6-eeabb05e2b2e" providerId="ADAL" clId="{F9F58E7A-4EAD-4C4C-9138-9231474EB81D}" dt="2024-03-01T18:20:59.665" v="1961" actId="47"/>
        <pc:sldMkLst>
          <pc:docMk/>
          <pc:sldMk cId="2696775518" sldId="954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3158157133" sldId="957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3753477155" sldId="958"/>
        </pc:sldMkLst>
      </pc:sldChg>
      <pc:sldChg chg="addSp delSp modSp mod modNotesTx">
        <pc:chgData name="TOMIOKA Rio" userId="f1152ccc-8031-465f-b7e6-eeabb05e2b2e" providerId="ADAL" clId="{F9F58E7A-4EAD-4C4C-9138-9231474EB81D}" dt="2024-03-01T23:22:59.785" v="3168" actId="20577"/>
        <pc:sldMkLst>
          <pc:docMk/>
          <pc:sldMk cId="729482633" sldId="959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45787299" sldId="960"/>
        </pc:sldMkLst>
      </pc:sldChg>
      <pc:sldChg chg="addSp delSp modSp mod">
        <pc:chgData name="TOMIOKA Rio" userId="f1152ccc-8031-465f-b7e6-eeabb05e2b2e" providerId="ADAL" clId="{F9F58E7A-4EAD-4C4C-9138-9231474EB81D}" dt="2024-03-01T18:18:19.848" v="1894" actId="1035"/>
        <pc:sldMkLst>
          <pc:docMk/>
          <pc:sldMk cId="1011689426" sldId="963"/>
        </pc:sldMkLst>
      </pc:sldChg>
      <pc:sldChg chg="addSp delSp modSp mod">
        <pc:chgData name="TOMIOKA Rio" userId="f1152ccc-8031-465f-b7e6-eeabb05e2b2e" providerId="ADAL" clId="{F9F58E7A-4EAD-4C4C-9138-9231474EB81D}" dt="2024-03-01T18:19:27.425" v="1957" actId="20577"/>
        <pc:sldMkLst>
          <pc:docMk/>
          <pc:sldMk cId="2397483322" sldId="967"/>
        </pc:sldMkLst>
      </pc:sldChg>
      <pc:sldChg chg="addSp delSp modSp mod">
        <pc:chgData name="TOMIOKA Rio" userId="f1152ccc-8031-465f-b7e6-eeabb05e2b2e" providerId="ADAL" clId="{F9F58E7A-4EAD-4C4C-9138-9231474EB81D}" dt="2024-03-01T18:19:12.524" v="1943" actId="20577"/>
        <pc:sldMkLst>
          <pc:docMk/>
          <pc:sldMk cId="3126536264" sldId="968"/>
        </pc:sldMkLst>
      </pc:sldChg>
      <pc:sldChg chg="del">
        <pc:chgData name="TOMIOKA Rio" userId="f1152ccc-8031-465f-b7e6-eeabb05e2b2e" providerId="ADAL" clId="{F9F58E7A-4EAD-4C4C-9138-9231474EB81D}" dt="2024-03-01T18:20:03.113" v="1958" actId="47"/>
        <pc:sldMkLst>
          <pc:docMk/>
          <pc:sldMk cId="1983203191" sldId="969"/>
        </pc:sldMkLst>
      </pc:sldChg>
      <pc:sldChg chg="addSp delSp modSp mod">
        <pc:chgData name="TOMIOKA Rio" userId="f1152ccc-8031-465f-b7e6-eeabb05e2b2e" providerId="ADAL" clId="{F9F58E7A-4EAD-4C4C-9138-9231474EB81D}" dt="2024-03-01T18:23:39.943" v="2081" actId="1076"/>
        <pc:sldMkLst>
          <pc:docMk/>
          <pc:sldMk cId="1174780341" sldId="970"/>
        </pc:sldMkLst>
      </pc:sldChg>
      <pc:sldChg chg="delSp modSp mod">
        <pc:chgData name="TOMIOKA Rio" userId="f1152ccc-8031-465f-b7e6-eeabb05e2b2e" providerId="ADAL" clId="{F9F58E7A-4EAD-4C4C-9138-9231474EB81D}" dt="2024-03-01T17:06:11.843" v="1743" actId="1037"/>
        <pc:sldMkLst>
          <pc:docMk/>
          <pc:sldMk cId="432981254" sldId="972"/>
        </pc:sldMkLst>
      </pc:sldChg>
      <pc:sldChg chg="addSp delSp modSp mod">
        <pc:chgData name="TOMIOKA Rio" userId="f1152ccc-8031-465f-b7e6-eeabb05e2b2e" providerId="ADAL" clId="{F9F58E7A-4EAD-4C4C-9138-9231474EB81D}" dt="2024-03-01T18:17:44.678" v="1884" actId="14826"/>
        <pc:sldMkLst>
          <pc:docMk/>
          <pc:sldMk cId="3243927865" sldId="973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1257191613" sldId="974"/>
        </pc:sldMkLst>
      </pc:sldChg>
      <pc:sldChg chg="modSp mod modNotesTx">
        <pc:chgData name="TOMIOKA Rio" userId="f1152ccc-8031-465f-b7e6-eeabb05e2b2e" providerId="ADAL" clId="{F9F58E7A-4EAD-4C4C-9138-9231474EB81D}" dt="2024-03-02T00:40:41.476" v="3266" actId="14100"/>
        <pc:sldMkLst>
          <pc:docMk/>
          <pc:sldMk cId="3012560406" sldId="976"/>
        </pc:sldMkLst>
      </pc:sldChg>
      <pc:sldChg chg="modSp mod ord">
        <pc:chgData name="TOMIOKA Rio" userId="f1152ccc-8031-465f-b7e6-eeabb05e2b2e" providerId="ADAL" clId="{F9F58E7A-4EAD-4C4C-9138-9231474EB81D}" dt="2024-03-02T01:51:44.215" v="3393"/>
        <pc:sldMkLst>
          <pc:docMk/>
          <pc:sldMk cId="2353082128" sldId="977"/>
        </pc:sldMkLst>
      </pc:sldChg>
      <pc:sldChg chg="modSp">
        <pc:chgData name="TOMIOKA Rio" userId="f1152ccc-8031-465f-b7e6-eeabb05e2b2e" providerId="ADAL" clId="{F9F58E7A-4EAD-4C4C-9138-9231474EB81D}" dt="2024-03-01T23:35:59.808" v="3199" actId="404"/>
        <pc:sldMkLst>
          <pc:docMk/>
          <pc:sldMk cId="3119628299" sldId="978"/>
        </pc:sldMkLst>
      </pc:sldChg>
      <pc:sldChg chg="modNotesTx">
        <pc:chgData name="TOMIOKA Rio" userId="f1152ccc-8031-465f-b7e6-eeabb05e2b2e" providerId="ADAL" clId="{F9F58E7A-4EAD-4C4C-9138-9231474EB81D}" dt="2024-03-01T23:22:13.578" v="3155" actId="20577"/>
        <pc:sldMkLst>
          <pc:docMk/>
          <pc:sldMk cId="3724773394" sldId="980"/>
        </pc:sldMkLst>
      </pc:sldChg>
      <pc:sldChg chg="del">
        <pc:chgData name="TOMIOKA Rio" userId="f1152ccc-8031-465f-b7e6-eeabb05e2b2e" providerId="ADAL" clId="{F9F58E7A-4EAD-4C4C-9138-9231474EB81D}" dt="2024-03-01T18:20:52.778" v="1960" actId="47"/>
        <pc:sldMkLst>
          <pc:docMk/>
          <pc:sldMk cId="620100236" sldId="981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2643311294" sldId="985"/>
        </pc:sldMkLst>
      </pc:sldChg>
      <pc:sldChg chg="del">
        <pc:chgData name="TOMIOKA Rio" userId="f1152ccc-8031-465f-b7e6-eeabb05e2b2e" providerId="ADAL" clId="{F9F58E7A-4EAD-4C4C-9138-9231474EB81D}" dt="2024-03-01T18:21:01.386" v="1962" actId="47"/>
        <pc:sldMkLst>
          <pc:docMk/>
          <pc:sldMk cId="734649704" sldId="987"/>
        </pc:sldMkLst>
      </pc:sldChg>
      <pc:sldChg chg="addSp modSp add mod ord">
        <pc:chgData name="TOMIOKA Rio" userId="f1152ccc-8031-465f-b7e6-eeabb05e2b2e" providerId="ADAL" clId="{F9F58E7A-4EAD-4C4C-9138-9231474EB81D}" dt="2024-03-01T22:30:16.864" v="2469"/>
        <pc:sldMkLst>
          <pc:docMk/>
          <pc:sldMk cId="383733839" sldId="988"/>
        </pc:sldMkLst>
      </pc:sldChg>
      <pc:sldChg chg="del mod modShow">
        <pc:chgData name="TOMIOKA Rio" userId="f1152ccc-8031-465f-b7e6-eeabb05e2b2e" providerId="ADAL" clId="{F9F58E7A-4EAD-4C4C-9138-9231474EB81D}" dt="2024-03-01T22:16:02.700" v="2110" actId="2696"/>
        <pc:sldMkLst>
          <pc:docMk/>
          <pc:sldMk cId="749070378" sldId="988"/>
        </pc:sldMkLst>
      </pc:sldChg>
      <pc:sldChg chg="mod modShow">
        <pc:chgData name="TOMIOKA Rio" userId="f1152ccc-8031-465f-b7e6-eeabb05e2b2e" providerId="ADAL" clId="{F9F58E7A-4EAD-4C4C-9138-9231474EB81D}" dt="2024-03-01T22:16:01.013" v="2109" actId="729"/>
        <pc:sldMkLst>
          <pc:docMk/>
          <pc:sldMk cId="1606735054" sldId="990"/>
        </pc:sldMkLst>
      </pc:sldChg>
      <pc:sldChg chg="modSp mod modTransition modNotesTx">
        <pc:chgData name="TOMIOKA Rio" userId="f1152ccc-8031-465f-b7e6-eeabb05e2b2e" providerId="ADAL" clId="{F9F58E7A-4EAD-4C4C-9138-9231474EB81D}" dt="2024-03-02T00:39:57.541" v="3265" actId="14100"/>
        <pc:sldMkLst>
          <pc:docMk/>
          <pc:sldMk cId="4224223188" sldId="992"/>
        </pc:sldMkLst>
      </pc:sldChg>
      <pc:sldChg chg="addSp delSp modSp add mod delAnim modAnim">
        <pc:chgData name="TOMIOKA Rio" userId="f1152ccc-8031-465f-b7e6-eeabb05e2b2e" providerId="ADAL" clId="{F9F58E7A-4EAD-4C4C-9138-9231474EB81D}" dt="2024-03-01T17:05:09.955" v="1702" actId="1076"/>
        <pc:sldMkLst>
          <pc:docMk/>
          <pc:sldMk cId="238260369" sldId="993"/>
        </pc:sldMkLst>
      </pc:sldChg>
      <pc:sldChg chg="addSp delSp modSp add mod">
        <pc:chgData name="TOMIOKA Rio" userId="f1152ccc-8031-465f-b7e6-eeabb05e2b2e" providerId="ADAL" clId="{F9F58E7A-4EAD-4C4C-9138-9231474EB81D}" dt="2024-03-02T00:28:39.536" v="3241" actId="113"/>
        <pc:sldMkLst>
          <pc:docMk/>
          <pc:sldMk cId="1554559861" sldId="994"/>
        </pc:sldMkLst>
      </pc:sldChg>
      <pc:sldChg chg="addSp delSp modSp new del mod">
        <pc:chgData name="TOMIOKA Rio" userId="f1152ccc-8031-465f-b7e6-eeabb05e2b2e" providerId="ADAL" clId="{F9F58E7A-4EAD-4C4C-9138-9231474EB81D}" dt="2024-03-01T17:08:08.226" v="1744" actId="2696"/>
        <pc:sldMkLst>
          <pc:docMk/>
          <pc:sldMk cId="3171056251" sldId="994"/>
        </pc:sldMkLst>
      </pc:sldChg>
      <pc:sldChg chg="addSp delSp modSp add mod modNotesTx">
        <pc:chgData name="TOMIOKA Rio" userId="f1152ccc-8031-465f-b7e6-eeabb05e2b2e" providerId="ADAL" clId="{F9F58E7A-4EAD-4C4C-9138-9231474EB81D}" dt="2024-03-01T23:36:10.452" v="3207" actId="20577"/>
        <pc:sldMkLst>
          <pc:docMk/>
          <pc:sldMk cId="3666994673" sldId="995"/>
        </pc:sldMkLst>
      </pc:sldChg>
      <pc:sldChg chg="addSp delSp modSp new mod">
        <pc:chgData name="TOMIOKA Rio" userId="f1152ccc-8031-465f-b7e6-eeabb05e2b2e" providerId="ADAL" clId="{F9F58E7A-4EAD-4C4C-9138-9231474EB81D}" dt="2024-03-01T22:23:00.028" v="2255" actId="478"/>
        <pc:sldMkLst>
          <pc:docMk/>
          <pc:sldMk cId="3137127967" sldId="996"/>
        </pc:sldMkLst>
      </pc:sldChg>
      <pc:sldChg chg="addSp delSp modSp new del mod ord">
        <pc:chgData name="TOMIOKA Rio" userId="f1152ccc-8031-465f-b7e6-eeabb05e2b2e" providerId="ADAL" clId="{F9F58E7A-4EAD-4C4C-9138-9231474EB81D}" dt="2024-03-01T22:37:40.967" v="2701" actId="47"/>
        <pc:sldMkLst>
          <pc:docMk/>
          <pc:sldMk cId="3808536576" sldId="997"/>
        </pc:sldMkLst>
      </pc:sldChg>
      <pc:sldChg chg="delSp modSp add mod">
        <pc:chgData name="TOMIOKA Rio" userId="f1152ccc-8031-465f-b7e6-eeabb05e2b2e" providerId="ADAL" clId="{F9F58E7A-4EAD-4C4C-9138-9231474EB81D}" dt="2024-03-02T01:05:39.323" v="3323" actId="1038"/>
        <pc:sldMkLst>
          <pc:docMk/>
          <pc:sldMk cId="4179321538" sldId="997"/>
        </pc:sldMkLst>
      </pc:sldChg>
      <pc:sldChg chg="add del">
        <pc:chgData name="TOMIOKA Rio" userId="f1152ccc-8031-465f-b7e6-eeabb05e2b2e" providerId="ADAL" clId="{F9F58E7A-4EAD-4C4C-9138-9231474EB81D}" dt="2024-03-02T01:04:40.869" v="3278"/>
        <pc:sldMkLst>
          <pc:docMk/>
          <pc:sldMk cId="4232262682" sldId="997"/>
        </pc:sldMkLst>
      </pc:sldChg>
    </pc:docChg>
  </pc:docChgLst>
  <pc:docChgLst>
    <pc:chgData name="TOMIOKA Rio" userId="f1152ccc-8031-465f-b7e6-eeabb05e2b2e" providerId="ADAL" clId="{B70374B0-83C9-3546-A456-2326BF8DDD1E}"/>
    <pc:docChg chg="modSld">
      <pc:chgData name="TOMIOKA Rio" userId="f1152ccc-8031-465f-b7e6-eeabb05e2b2e" providerId="ADAL" clId="{B70374B0-83C9-3546-A456-2326BF8DDD1E}" dt="2023-06-27T14:26:46.801" v="0" actId="14100"/>
      <pc:docMkLst>
        <pc:docMk/>
      </pc:docMkLst>
      <pc:sldChg chg="modSp mod">
        <pc:chgData name="TOMIOKA Rio" userId="f1152ccc-8031-465f-b7e6-eeabb05e2b2e" providerId="ADAL" clId="{B70374B0-83C9-3546-A456-2326BF8DDD1E}" dt="2023-06-27T14:26:46.801" v="0" actId="14100"/>
        <pc:sldMkLst>
          <pc:docMk/>
          <pc:sldMk cId="3116783883" sldId="682"/>
        </pc:sldMkLst>
      </pc:sldChg>
    </pc:docChg>
  </pc:docChgLst>
  <pc:docChgLst>
    <pc:chgData name="TOMIOKA Rio" userId="f1152ccc-8031-465f-b7e6-eeabb05e2b2e" providerId="ADAL" clId="{53509EFC-8E00-7C46-8792-76415284272E}"/>
    <pc:docChg chg="undo custSel modSld">
      <pc:chgData name="TOMIOKA Rio" userId="f1152ccc-8031-465f-b7e6-eeabb05e2b2e" providerId="ADAL" clId="{53509EFC-8E00-7C46-8792-76415284272E}" dt="2025-04-06T10:33:45.935" v="19" actId="478"/>
      <pc:docMkLst>
        <pc:docMk/>
      </pc:docMkLst>
      <pc:sldChg chg="modSp mod">
        <pc:chgData name="TOMIOKA Rio" userId="f1152ccc-8031-465f-b7e6-eeabb05e2b2e" providerId="ADAL" clId="{53509EFC-8E00-7C46-8792-76415284272E}" dt="2025-04-06T10:33:40.987" v="18" actId="20577"/>
        <pc:sldMkLst>
          <pc:docMk/>
          <pc:sldMk cId="1878506968" sldId="861"/>
        </pc:sldMkLst>
      </pc:sldChg>
      <pc:sldChg chg="delSp mod delAnim">
        <pc:chgData name="TOMIOKA Rio" userId="f1152ccc-8031-465f-b7e6-eeabb05e2b2e" providerId="ADAL" clId="{53509EFC-8E00-7C46-8792-76415284272E}" dt="2025-04-06T10:33:45.935" v="19" actId="478"/>
        <pc:sldMkLst>
          <pc:docMk/>
          <pc:sldMk cId="4288123558" sldId="979"/>
        </pc:sldMkLst>
      </pc:sldChg>
    </pc:docChg>
  </pc:docChgLst>
  <pc:docChgLst>
    <pc:chgData name="TOMIOKA Rio" userId="S::tomioka.rio288@mail.kyutech.jp::f1152ccc-8031-465f-b7e6-eeabb05e2b2e" providerId="AD" clId="Web-{30A23FEE-8C1E-49C0-7D3F-9DF2B481C98B}"/>
    <pc:docChg chg="modSld">
      <pc:chgData name="TOMIOKA Rio" userId="S::tomioka.rio288@mail.kyutech.jp::f1152ccc-8031-465f-b7e6-eeabb05e2b2e" providerId="AD" clId="Web-{30A23FEE-8C1E-49C0-7D3F-9DF2B481C98B}" dt="2025-06-20T06:13:54.230" v="3" actId="20577"/>
      <pc:docMkLst>
        <pc:docMk/>
      </pc:docMkLst>
      <pc:sldChg chg="modSp">
        <pc:chgData name="TOMIOKA Rio" userId="S::tomioka.rio288@mail.kyutech.jp::f1152ccc-8031-465f-b7e6-eeabb05e2b2e" providerId="AD" clId="Web-{30A23FEE-8C1E-49C0-7D3F-9DF2B481C98B}" dt="2025-06-20T06:13:54.230" v="3" actId="20577"/>
        <pc:sldMkLst>
          <pc:docMk/>
          <pc:sldMk cId="3724805873" sldId="1563"/>
        </pc:sldMkLst>
        <pc:spChg chg="mod">
          <ac:chgData name="TOMIOKA Rio" userId="S::tomioka.rio288@mail.kyutech.jp::f1152ccc-8031-465f-b7e6-eeabb05e2b2e" providerId="AD" clId="Web-{30A23FEE-8C1E-49C0-7D3F-9DF2B481C98B}" dt="2025-06-20T06:13:54.230" v="3" actId="20577"/>
          <ac:spMkLst>
            <pc:docMk/>
            <pc:sldMk cId="3724805873" sldId="1563"/>
            <ac:spMk id="3" creationId="{B682FA16-CE3F-A3BA-F0B1-B40423098E7F}"/>
          </ac:spMkLst>
        </pc:spChg>
      </pc:sldChg>
    </pc:docChg>
  </pc:docChgLst>
  <pc:docChgLst>
    <pc:chgData name="TOMIOKA Rio" userId="f1152ccc-8031-465f-b7e6-eeabb05e2b2e" providerId="ADAL" clId="{8A71E7EF-349C-5D47-A240-97D6CE03B420}"/>
    <pc:docChg chg="custSel addSld delSld modSld modMainMaster">
      <pc:chgData name="TOMIOKA Rio" userId="f1152ccc-8031-465f-b7e6-eeabb05e2b2e" providerId="ADAL" clId="{8A71E7EF-349C-5D47-A240-97D6CE03B420}" dt="2025-04-08T06:40:55.292" v="456" actId="2696"/>
      <pc:docMkLst>
        <pc:docMk/>
      </pc:docMkLst>
      <pc:sldChg chg="del">
        <pc:chgData name="TOMIOKA Rio" userId="f1152ccc-8031-465f-b7e6-eeabb05e2b2e" providerId="ADAL" clId="{8A71E7EF-349C-5D47-A240-97D6CE03B420}" dt="2025-04-08T06:40:55.292" v="456" actId="2696"/>
        <pc:sldMkLst>
          <pc:docMk/>
          <pc:sldMk cId="1878506968" sldId="861"/>
        </pc:sldMkLst>
      </pc:sldChg>
      <pc:sldChg chg="modSp mod">
        <pc:chgData name="TOMIOKA Rio" userId="f1152ccc-8031-465f-b7e6-eeabb05e2b2e" providerId="ADAL" clId="{8A71E7EF-349C-5D47-A240-97D6CE03B420}" dt="2025-04-08T06:28:22.858" v="39" actId="20577"/>
        <pc:sldMkLst>
          <pc:docMk/>
          <pc:sldMk cId="256476893" sldId="862"/>
        </pc:sldMkLst>
      </pc:sldChg>
      <pc:sldChg chg="add">
        <pc:chgData name="TOMIOKA Rio" userId="f1152ccc-8031-465f-b7e6-eeabb05e2b2e" providerId="ADAL" clId="{8A71E7EF-349C-5D47-A240-97D6CE03B420}" dt="2025-04-08T06:20:03.681" v="1"/>
        <pc:sldMkLst>
          <pc:docMk/>
          <pc:sldMk cId="1651437810" sldId="866"/>
        </pc:sldMkLst>
      </pc:sldChg>
      <pc:sldChg chg="add del">
        <pc:chgData name="TOMIOKA Rio" userId="f1152ccc-8031-465f-b7e6-eeabb05e2b2e" providerId="ADAL" clId="{8A71E7EF-349C-5D47-A240-97D6CE03B420}" dt="2025-04-08T06:27:09.039" v="20" actId="2696"/>
        <pc:sldMkLst>
          <pc:docMk/>
          <pc:sldMk cId="2341133098" sldId="915"/>
        </pc:sldMkLst>
      </pc:sldChg>
      <pc:sldChg chg="modSp add mod">
        <pc:chgData name="TOMIOKA Rio" userId="f1152ccc-8031-465f-b7e6-eeabb05e2b2e" providerId="ADAL" clId="{8A71E7EF-349C-5D47-A240-97D6CE03B420}" dt="2025-04-08T06:26:35.616" v="19" actId="207"/>
        <pc:sldMkLst>
          <pc:docMk/>
          <pc:sldMk cId="4138158131" sldId="917"/>
        </pc:sldMkLst>
      </pc:sldChg>
      <pc:sldChg chg="modSp new mod">
        <pc:chgData name="TOMIOKA Rio" userId="f1152ccc-8031-465f-b7e6-eeabb05e2b2e" providerId="ADAL" clId="{8A71E7EF-349C-5D47-A240-97D6CE03B420}" dt="2025-04-08T06:28:38.228" v="102" actId="20577"/>
        <pc:sldMkLst>
          <pc:docMk/>
          <pc:sldMk cId="1227104029" sldId="918"/>
        </pc:sldMkLst>
      </pc:sldChg>
      <pc:sldChg chg="modSp new mod">
        <pc:chgData name="TOMIOKA Rio" userId="f1152ccc-8031-465f-b7e6-eeabb05e2b2e" providerId="ADAL" clId="{8A71E7EF-349C-5D47-A240-97D6CE03B420}" dt="2025-04-08T06:31:42.052" v="448" actId="20577"/>
        <pc:sldMkLst>
          <pc:docMk/>
          <pc:sldMk cId="3463881480" sldId="919"/>
        </pc:sldMkLst>
      </pc:sldChg>
      <pc:sldChg chg="addSp delSp modSp new mod">
        <pc:chgData name="TOMIOKA Rio" userId="f1152ccc-8031-465f-b7e6-eeabb05e2b2e" providerId="ADAL" clId="{8A71E7EF-349C-5D47-A240-97D6CE03B420}" dt="2025-04-08T06:40:53.740" v="455" actId="207"/>
        <pc:sldMkLst>
          <pc:docMk/>
          <pc:sldMk cId="1375557163" sldId="920"/>
        </pc:sldMkLst>
      </pc:sldChg>
      <pc:sldChg chg="modSp add del mod">
        <pc:chgData name="TOMIOKA Rio" userId="f1152ccc-8031-465f-b7e6-eeabb05e2b2e" providerId="ADAL" clId="{8A71E7EF-349C-5D47-A240-97D6CE03B420}" dt="2025-04-08T06:25:38.664" v="12" actId="2696"/>
        <pc:sldMkLst>
          <pc:docMk/>
          <pc:sldMk cId="2704486102" sldId="937"/>
        </pc:sldMkLst>
      </pc:sldChg>
      <pc:sldMasterChg chg="addSp modSp modSldLayout">
        <pc:chgData name="TOMIOKA Rio" userId="f1152ccc-8031-465f-b7e6-eeabb05e2b2e" providerId="ADAL" clId="{8A71E7EF-349C-5D47-A240-97D6CE03B420}" dt="2025-04-08T06:27:35.159" v="21"/>
        <pc:sldMasterMkLst>
          <pc:docMk/>
          <pc:sldMasterMk cId="2199914555" sldId="2147483660"/>
        </pc:sldMasterMkLst>
        <pc:spChg chg="add mod">
          <ac:chgData name="TOMIOKA Rio" userId="f1152ccc-8031-465f-b7e6-eeabb05e2b2e" providerId="ADAL" clId="{8A71E7EF-349C-5D47-A240-97D6CE03B420}" dt="2025-04-08T06:19:02.723" v="0"/>
          <ac:spMkLst>
            <pc:docMk/>
            <pc:sldMasterMk cId="2199914555" sldId="2147483660"/>
            <ac:spMk id="4" creationId="{D49A627A-A4E9-D124-69A0-CBFDD6245443}"/>
          </ac:spMkLst>
        </pc:spChg>
        <pc:sldLayoutChg chg="setBg">
          <pc:chgData name="TOMIOKA Rio" userId="f1152ccc-8031-465f-b7e6-eeabb05e2b2e" providerId="ADAL" clId="{8A71E7EF-349C-5D47-A240-97D6CE03B420}" dt="2025-04-08T06:27:35.159" v="21"/>
          <pc:sldLayoutMkLst>
            <pc:docMk/>
            <pc:sldMasterMk cId="2199914555" sldId="2147483660"/>
            <pc:sldLayoutMk cId="1201587374" sldId="2147483671"/>
          </pc:sldLayoutMkLst>
        </pc:sldLayoutChg>
      </pc:sldMasterChg>
      <pc:sldMasterChg chg="delSp mod">
        <pc:chgData name="TOMIOKA Rio" userId="f1152ccc-8031-465f-b7e6-eeabb05e2b2e" providerId="ADAL" clId="{8A71E7EF-349C-5D47-A240-97D6CE03B420}" dt="2025-04-08T06:40:17.769" v="449" actId="478"/>
        <pc:sldMasterMkLst>
          <pc:docMk/>
          <pc:sldMasterMk cId="2880840127" sldId="2147483672"/>
        </pc:sldMasterMkLst>
      </pc:sldMasterChg>
    </pc:docChg>
  </pc:docChgLst>
  <pc:docChgLst>
    <pc:chgData name="TOMIOKA Rio" userId="f1152ccc-8031-465f-b7e6-eeabb05e2b2e" providerId="ADAL" clId="{66465D8C-B4A5-1A4D-A80B-A07D9FE6129B}"/>
    <pc:docChg chg="addSld delSld modSld">
      <pc:chgData name="TOMIOKA Rio" userId="f1152ccc-8031-465f-b7e6-eeabb05e2b2e" providerId="ADAL" clId="{66465D8C-B4A5-1A4D-A80B-A07D9FE6129B}" dt="2025-04-08T06:43:30.932" v="104" actId="207"/>
      <pc:docMkLst>
        <pc:docMk/>
      </pc:docMkLst>
      <pc:sldChg chg="new del">
        <pc:chgData name="TOMIOKA Rio" userId="f1152ccc-8031-465f-b7e6-eeabb05e2b2e" providerId="ADAL" clId="{66465D8C-B4A5-1A4D-A80B-A07D9FE6129B}" dt="2025-04-08T06:41:33.356" v="93" actId="2696"/>
        <pc:sldMkLst>
          <pc:docMk/>
          <pc:sldMk cId="256476893" sldId="862"/>
        </pc:sldMkLst>
      </pc:sldChg>
      <pc:sldChg chg="modSp new mod">
        <pc:chgData name="TOMIOKA Rio" userId="f1152ccc-8031-465f-b7e6-eeabb05e2b2e" providerId="ADAL" clId="{66465D8C-B4A5-1A4D-A80B-A07D9FE6129B}" dt="2025-04-08T04:34:30.957" v="91" actId="20577"/>
        <pc:sldMkLst>
          <pc:docMk/>
          <pc:sldMk cId="1097788246" sldId="863"/>
        </pc:sldMkLst>
      </pc:sldChg>
      <pc:sldChg chg="del">
        <pc:chgData name="TOMIOKA Rio" userId="f1152ccc-8031-465f-b7e6-eeabb05e2b2e" providerId="ADAL" clId="{66465D8C-B4A5-1A4D-A80B-A07D9FE6129B}" dt="2025-04-08T04:34:20.588" v="55" actId="2696"/>
        <pc:sldMkLst>
          <pc:docMk/>
          <pc:sldMk cId="717787709" sldId="865"/>
        </pc:sldMkLst>
      </pc:sldChg>
      <pc:sldChg chg="del">
        <pc:chgData name="TOMIOKA Rio" userId="f1152ccc-8031-465f-b7e6-eeabb05e2b2e" providerId="ADAL" clId="{66465D8C-B4A5-1A4D-A80B-A07D9FE6129B}" dt="2025-04-08T04:34:20.734" v="67" actId="2696"/>
        <pc:sldMkLst>
          <pc:docMk/>
          <pc:sldMk cId="1651437810" sldId="866"/>
        </pc:sldMkLst>
      </pc:sldChg>
      <pc:sldChg chg="del">
        <pc:chgData name="TOMIOKA Rio" userId="f1152ccc-8031-465f-b7e6-eeabb05e2b2e" providerId="ADAL" clId="{66465D8C-B4A5-1A4D-A80B-A07D9FE6129B}" dt="2025-04-08T04:34:20.474" v="46" actId="2696"/>
        <pc:sldMkLst>
          <pc:docMk/>
          <pc:sldMk cId="1296209333" sldId="867"/>
        </pc:sldMkLst>
      </pc:sldChg>
      <pc:sldChg chg="del">
        <pc:chgData name="TOMIOKA Rio" userId="f1152ccc-8031-465f-b7e6-eeabb05e2b2e" providerId="ADAL" clId="{66465D8C-B4A5-1A4D-A80B-A07D9FE6129B}" dt="2025-04-08T04:34:20.417" v="29" actId="2696"/>
        <pc:sldMkLst>
          <pc:docMk/>
          <pc:sldMk cId="247982023" sldId="869"/>
        </pc:sldMkLst>
      </pc:sldChg>
      <pc:sldChg chg="del">
        <pc:chgData name="TOMIOKA Rio" userId="f1152ccc-8031-465f-b7e6-eeabb05e2b2e" providerId="ADAL" clId="{66465D8C-B4A5-1A4D-A80B-A07D9FE6129B}" dt="2025-04-08T04:34:20.375" v="18" actId="2696"/>
        <pc:sldMkLst>
          <pc:docMk/>
          <pc:sldMk cId="127656198" sldId="872"/>
        </pc:sldMkLst>
      </pc:sldChg>
      <pc:sldChg chg="del">
        <pc:chgData name="TOMIOKA Rio" userId="f1152ccc-8031-465f-b7e6-eeabb05e2b2e" providerId="ADAL" clId="{66465D8C-B4A5-1A4D-A80B-A07D9FE6129B}" dt="2025-04-08T04:34:20.504" v="51" actId="2696"/>
        <pc:sldMkLst>
          <pc:docMk/>
          <pc:sldMk cId="3015191245" sldId="874"/>
        </pc:sldMkLst>
      </pc:sldChg>
      <pc:sldChg chg="del">
        <pc:chgData name="TOMIOKA Rio" userId="f1152ccc-8031-465f-b7e6-eeabb05e2b2e" providerId="ADAL" clId="{66465D8C-B4A5-1A4D-A80B-A07D9FE6129B}" dt="2025-04-08T04:34:20.802" v="71" actId="2696"/>
        <pc:sldMkLst>
          <pc:docMk/>
          <pc:sldMk cId="3394737940" sldId="876"/>
        </pc:sldMkLst>
      </pc:sldChg>
      <pc:sldChg chg="del">
        <pc:chgData name="TOMIOKA Rio" userId="f1152ccc-8031-465f-b7e6-eeabb05e2b2e" providerId="ADAL" clId="{66465D8C-B4A5-1A4D-A80B-A07D9FE6129B}" dt="2025-04-08T04:34:20.451" v="42" actId="2696"/>
        <pc:sldMkLst>
          <pc:docMk/>
          <pc:sldMk cId="775494738" sldId="877"/>
        </pc:sldMkLst>
      </pc:sldChg>
      <pc:sldChg chg="del">
        <pc:chgData name="TOMIOKA Rio" userId="f1152ccc-8031-465f-b7e6-eeabb05e2b2e" providerId="ADAL" clId="{66465D8C-B4A5-1A4D-A80B-A07D9FE6129B}" dt="2025-04-08T04:34:20.401" v="23" actId="2696"/>
        <pc:sldMkLst>
          <pc:docMk/>
          <pc:sldMk cId="1471245825" sldId="878"/>
        </pc:sldMkLst>
      </pc:sldChg>
      <pc:sldChg chg="del">
        <pc:chgData name="TOMIOKA Rio" userId="f1152ccc-8031-465f-b7e6-eeabb05e2b2e" providerId="ADAL" clId="{66465D8C-B4A5-1A4D-A80B-A07D9FE6129B}" dt="2025-04-08T04:34:20.740" v="70" actId="2696"/>
        <pc:sldMkLst>
          <pc:docMk/>
          <pc:sldMk cId="3864806874" sldId="879"/>
        </pc:sldMkLst>
      </pc:sldChg>
      <pc:sldChg chg="del">
        <pc:chgData name="TOMIOKA Rio" userId="f1152ccc-8031-465f-b7e6-eeabb05e2b2e" providerId="ADAL" clId="{66465D8C-B4A5-1A4D-A80B-A07D9FE6129B}" dt="2025-04-08T04:34:20.392" v="21" actId="2696"/>
        <pc:sldMkLst>
          <pc:docMk/>
          <pc:sldMk cId="3152245434" sldId="880"/>
        </pc:sldMkLst>
      </pc:sldChg>
      <pc:sldChg chg="del">
        <pc:chgData name="TOMIOKA Rio" userId="f1152ccc-8031-465f-b7e6-eeabb05e2b2e" providerId="ADAL" clId="{66465D8C-B4A5-1A4D-A80B-A07D9FE6129B}" dt="2025-04-08T04:34:20.344" v="13" actId="2696"/>
        <pc:sldMkLst>
          <pc:docMk/>
          <pc:sldMk cId="2832923448" sldId="886"/>
        </pc:sldMkLst>
      </pc:sldChg>
      <pc:sldChg chg="del">
        <pc:chgData name="TOMIOKA Rio" userId="f1152ccc-8031-465f-b7e6-eeabb05e2b2e" providerId="ADAL" clId="{66465D8C-B4A5-1A4D-A80B-A07D9FE6129B}" dt="2025-04-08T04:34:20.256" v="8" actId="2696"/>
        <pc:sldMkLst>
          <pc:docMk/>
          <pc:sldMk cId="1862842904" sldId="887"/>
        </pc:sldMkLst>
      </pc:sldChg>
      <pc:sldChg chg="del">
        <pc:chgData name="TOMIOKA Rio" userId="f1152ccc-8031-465f-b7e6-eeabb05e2b2e" providerId="ADAL" clId="{66465D8C-B4A5-1A4D-A80B-A07D9FE6129B}" dt="2025-04-08T04:34:20.249" v="5" actId="2696"/>
        <pc:sldMkLst>
          <pc:docMk/>
          <pc:sldMk cId="1983731576" sldId="888"/>
        </pc:sldMkLst>
      </pc:sldChg>
      <pc:sldChg chg="del">
        <pc:chgData name="TOMIOKA Rio" userId="f1152ccc-8031-465f-b7e6-eeabb05e2b2e" providerId="ADAL" clId="{66465D8C-B4A5-1A4D-A80B-A07D9FE6129B}" dt="2025-04-08T04:34:20.410" v="27" actId="2696"/>
        <pc:sldMkLst>
          <pc:docMk/>
          <pc:sldMk cId="3646615302" sldId="889"/>
        </pc:sldMkLst>
      </pc:sldChg>
      <pc:sldChg chg="del">
        <pc:chgData name="TOMIOKA Rio" userId="f1152ccc-8031-465f-b7e6-eeabb05e2b2e" providerId="ADAL" clId="{66465D8C-B4A5-1A4D-A80B-A07D9FE6129B}" dt="2025-04-08T04:34:20.662" v="60" actId="2696"/>
        <pc:sldMkLst>
          <pc:docMk/>
          <pc:sldMk cId="1748803568" sldId="890"/>
        </pc:sldMkLst>
      </pc:sldChg>
      <pc:sldChg chg="del">
        <pc:chgData name="TOMIOKA Rio" userId="f1152ccc-8031-465f-b7e6-eeabb05e2b2e" providerId="ADAL" clId="{66465D8C-B4A5-1A4D-A80B-A07D9FE6129B}" dt="2025-04-08T04:34:20.460" v="44" actId="2696"/>
        <pc:sldMkLst>
          <pc:docMk/>
          <pc:sldMk cId="3488433772" sldId="891"/>
        </pc:sldMkLst>
      </pc:sldChg>
      <pc:sldChg chg="del">
        <pc:chgData name="TOMIOKA Rio" userId="f1152ccc-8031-465f-b7e6-eeabb05e2b2e" providerId="ADAL" clId="{66465D8C-B4A5-1A4D-A80B-A07D9FE6129B}" dt="2025-04-08T04:34:20.488" v="48" actId="2696"/>
        <pc:sldMkLst>
          <pc:docMk/>
          <pc:sldMk cId="3349133473" sldId="893"/>
        </pc:sldMkLst>
      </pc:sldChg>
      <pc:sldChg chg="del">
        <pc:chgData name="TOMIOKA Rio" userId="f1152ccc-8031-465f-b7e6-eeabb05e2b2e" providerId="ADAL" clId="{66465D8C-B4A5-1A4D-A80B-A07D9FE6129B}" dt="2025-04-08T04:34:20.261" v="10" actId="2696"/>
        <pc:sldMkLst>
          <pc:docMk/>
          <pc:sldMk cId="2525757638" sldId="894"/>
        </pc:sldMkLst>
      </pc:sldChg>
      <pc:sldChg chg="del">
        <pc:chgData name="TOMIOKA Rio" userId="f1152ccc-8031-465f-b7e6-eeabb05e2b2e" providerId="ADAL" clId="{66465D8C-B4A5-1A4D-A80B-A07D9FE6129B}" dt="2025-04-08T04:34:20.359" v="15" actId="2696"/>
        <pc:sldMkLst>
          <pc:docMk/>
          <pc:sldMk cId="2825611677" sldId="895"/>
        </pc:sldMkLst>
      </pc:sldChg>
      <pc:sldChg chg="del">
        <pc:chgData name="TOMIOKA Rio" userId="f1152ccc-8031-465f-b7e6-eeabb05e2b2e" providerId="ADAL" clId="{66465D8C-B4A5-1A4D-A80B-A07D9FE6129B}" dt="2025-04-08T04:34:20.655" v="57" actId="2696"/>
        <pc:sldMkLst>
          <pc:docMk/>
          <pc:sldMk cId="3011647314" sldId="898"/>
        </pc:sldMkLst>
      </pc:sldChg>
      <pc:sldChg chg="del">
        <pc:chgData name="TOMIOKA Rio" userId="f1152ccc-8031-465f-b7e6-eeabb05e2b2e" providerId="ADAL" clId="{66465D8C-B4A5-1A4D-A80B-A07D9FE6129B}" dt="2025-04-08T04:34:20.356" v="14" actId="2696"/>
        <pc:sldMkLst>
          <pc:docMk/>
          <pc:sldMk cId="3594452757" sldId="899"/>
        </pc:sldMkLst>
      </pc:sldChg>
      <pc:sldChg chg="del">
        <pc:chgData name="TOMIOKA Rio" userId="f1152ccc-8031-465f-b7e6-eeabb05e2b2e" providerId="ADAL" clId="{66465D8C-B4A5-1A4D-A80B-A07D9FE6129B}" dt="2025-04-08T04:34:20.521" v="54" actId="2696"/>
        <pc:sldMkLst>
          <pc:docMk/>
          <pc:sldMk cId="2139538257" sldId="900"/>
        </pc:sldMkLst>
      </pc:sldChg>
      <pc:sldChg chg="del">
        <pc:chgData name="TOMIOKA Rio" userId="f1152ccc-8031-465f-b7e6-eeabb05e2b2e" providerId="ADAL" clId="{66465D8C-B4A5-1A4D-A80B-A07D9FE6129B}" dt="2025-04-08T04:34:20.666" v="62" actId="2696"/>
        <pc:sldMkLst>
          <pc:docMk/>
          <pc:sldMk cId="1800186206" sldId="901"/>
        </pc:sldMkLst>
      </pc:sldChg>
      <pc:sldChg chg="del">
        <pc:chgData name="TOMIOKA Rio" userId="f1152ccc-8031-465f-b7e6-eeabb05e2b2e" providerId="ADAL" clId="{66465D8C-B4A5-1A4D-A80B-A07D9FE6129B}" dt="2025-04-08T04:34:20.664" v="61" actId="2696"/>
        <pc:sldMkLst>
          <pc:docMk/>
          <pc:sldMk cId="2140105185" sldId="902"/>
        </pc:sldMkLst>
      </pc:sldChg>
      <pc:sldChg chg="del">
        <pc:chgData name="TOMIOKA Rio" userId="f1152ccc-8031-465f-b7e6-eeabb05e2b2e" providerId="ADAL" clId="{66465D8C-B4A5-1A4D-A80B-A07D9FE6129B}" dt="2025-04-08T04:34:20.938" v="76" actId="2696"/>
        <pc:sldMkLst>
          <pc:docMk/>
          <pc:sldMk cId="2664458192" sldId="913"/>
        </pc:sldMkLst>
      </pc:sldChg>
      <pc:sldChg chg="del">
        <pc:chgData name="TOMIOKA Rio" userId="f1152ccc-8031-465f-b7e6-eeabb05e2b2e" providerId="ADAL" clId="{66465D8C-B4A5-1A4D-A80B-A07D9FE6129B}" dt="2025-04-08T04:34:20.458" v="43" actId="2696"/>
        <pc:sldMkLst>
          <pc:docMk/>
          <pc:sldMk cId="2247317808" sldId="914"/>
        </pc:sldMkLst>
      </pc:sldChg>
      <pc:sldChg chg="del">
        <pc:chgData name="TOMIOKA Rio" userId="f1152ccc-8031-465f-b7e6-eeabb05e2b2e" providerId="ADAL" clId="{66465D8C-B4A5-1A4D-A80B-A07D9FE6129B}" dt="2025-04-08T04:34:20.428" v="32" actId="2696"/>
        <pc:sldMkLst>
          <pc:docMk/>
          <pc:sldMk cId="2341133098" sldId="915"/>
        </pc:sldMkLst>
      </pc:sldChg>
      <pc:sldChg chg="del">
        <pc:chgData name="TOMIOKA Rio" userId="f1152ccc-8031-465f-b7e6-eeabb05e2b2e" providerId="ADAL" clId="{66465D8C-B4A5-1A4D-A80B-A07D9FE6129B}" dt="2025-04-08T06:41:54.035" v="97" actId="2696"/>
        <pc:sldMkLst>
          <pc:docMk/>
          <pc:sldMk cId="4138158131" sldId="917"/>
        </pc:sldMkLst>
      </pc:sldChg>
      <pc:sldChg chg="del">
        <pc:chgData name="TOMIOKA Rio" userId="f1152ccc-8031-465f-b7e6-eeabb05e2b2e" providerId="ADAL" clId="{66465D8C-B4A5-1A4D-A80B-A07D9FE6129B}" dt="2025-04-08T06:41:31.959" v="92" actId="2696"/>
        <pc:sldMkLst>
          <pc:docMk/>
          <pc:sldMk cId="1227104029" sldId="918"/>
        </pc:sldMkLst>
      </pc:sldChg>
      <pc:sldChg chg="del">
        <pc:chgData name="TOMIOKA Rio" userId="f1152ccc-8031-465f-b7e6-eeabb05e2b2e" providerId="ADAL" clId="{66465D8C-B4A5-1A4D-A80B-A07D9FE6129B}" dt="2025-04-08T04:34:20.986" v="77" actId="2696"/>
        <pc:sldMkLst>
          <pc:docMk/>
          <pc:sldMk cId="1317403787" sldId="918"/>
        </pc:sldMkLst>
      </pc:sldChg>
      <pc:sldChg chg="del">
        <pc:chgData name="TOMIOKA Rio" userId="f1152ccc-8031-465f-b7e6-eeabb05e2b2e" providerId="ADAL" clId="{66465D8C-B4A5-1A4D-A80B-A07D9FE6129B}" dt="2025-04-08T04:34:20.244" v="3" actId="2696"/>
        <pc:sldMkLst>
          <pc:docMk/>
          <pc:sldMk cId="1617079850" sldId="919"/>
        </pc:sldMkLst>
      </pc:sldChg>
      <pc:sldChg chg="modSp mod">
        <pc:chgData name="TOMIOKA Rio" userId="f1152ccc-8031-465f-b7e6-eeabb05e2b2e" providerId="ADAL" clId="{66465D8C-B4A5-1A4D-A80B-A07D9FE6129B}" dt="2025-04-08T06:41:36.768" v="95" actId="14"/>
        <pc:sldMkLst>
          <pc:docMk/>
          <pc:sldMk cId="3463881480" sldId="919"/>
        </pc:sldMkLst>
      </pc:sldChg>
      <pc:sldChg chg="del">
        <pc:chgData name="TOMIOKA Rio" userId="f1152ccc-8031-465f-b7e6-eeabb05e2b2e" providerId="ADAL" clId="{66465D8C-B4A5-1A4D-A80B-A07D9FE6129B}" dt="2025-04-08T04:34:20.472" v="45" actId="2696"/>
        <pc:sldMkLst>
          <pc:docMk/>
          <pc:sldMk cId="3665210937" sldId="920"/>
        </pc:sldMkLst>
      </pc:sldChg>
      <pc:sldChg chg="del">
        <pc:chgData name="TOMIOKA Rio" userId="f1152ccc-8031-465f-b7e6-eeabb05e2b2e" providerId="ADAL" clId="{66465D8C-B4A5-1A4D-A80B-A07D9FE6129B}" dt="2025-04-08T04:34:20.447" v="40" actId="2696"/>
        <pc:sldMkLst>
          <pc:docMk/>
          <pc:sldMk cId="1640438245" sldId="921"/>
        </pc:sldMkLst>
      </pc:sldChg>
      <pc:sldChg chg="modSp add mod">
        <pc:chgData name="TOMIOKA Rio" userId="f1152ccc-8031-465f-b7e6-eeabb05e2b2e" providerId="ADAL" clId="{66465D8C-B4A5-1A4D-A80B-A07D9FE6129B}" dt="2025-04-08T06:43:30.932" v="104" actId="207"/>
        <pc:sldMkLst>
          <pc:docMk/>
          <pc:sldMk cId="2653952804" sldId="921"/>
        </pc:sldMkLst>
      </pc:sldChg>
      <pc:sldChg chg="del">
        <pc:chgData name="TOMIOKA Rio" userId="f1152ccc-8031-465f-b7e6-eeabb05e2b2e" providerId="ADAL" clId="{66465D8C-B4A5-1A4D-A80B-A07D9FE6129B}" dt="2025-04-08T04:34:20.398" v="22" actId="2696"/>
        <pc:sldMkLst>
          <pc:docMk/>
          <pc:sldMk cId="599491325" sldId="922"/>
        </pc:sldMkLst>
      </pc:sldChg>
      <pc:sldChg chg="del">
        <pc:chgData name="TOMIOKA Rio" userId="f1152ccc-8031-465f-b7e6-eeabb05e2b2e" providerId="ADAL" clId="{66465D8C-B4A5-1A4D-A80B-A07D9FE6129B}" dt="2025-04-08T04:34:20.405" v="25" actId="2696"/>
        <pc:sldMkLst>
          <pc:docMk/>
          <pc:sldMk cId="1149329374" sldId="923"/>
        </pc:sldMkLst>
      </pc:sldChg>
      <pc:sldChg chg="del">
        <pc:chgData name="TOMIOKA Rio" userId="f1152ccc-8031-465f-b7e6-eeabb05e2b2e" providerId="ADAL" clId="{66465D8C-B4A5-1A4D-A80B-A07D9FE6129B}" dt="2025-04-08T04:34:20.738" v="69" actId="2696"/>
        <pc:sldMkLst>
          <pc:docMk/>
          <pc:sldMk cId="3034723262" sldId="924"/>
        </pc:sldMkLst>
      </pc:sldChg>
      <pc:sldChg chg="del">
        <pc:chgData name="TOMIOKA Rio" userId="f1152ccc-8031-465f-b7e6-eeabb05e2b2e" providerId="ADAL" clId="{66465D8C-B4A5-1A4D-A80B-A07D9FE6129B}" dt="2025-04-08T04:34:20.388" v="19" actId="2696"/>
        <pc:sldMkLst>
          <pc:docMk/>
          <pc:sldMk cId="4085084636" sldId="931"/>
        </pc:sldMkLst>
      </pc:sldChg>
      <pc:sldChg chg="del">
        <pc:chgData name="TOMIOKA Rio" userId="f1152ccc-8031-465f-b7e6-eeabb05e2b2e" providerId="ADAL" clId="{66465D8C-B4A5-1A4D-A80B-A07D9FE6129B}" dt="2025-04-08T04:34:20.876" v="73" actId="2696"/>
        <pc:sldMkLst>
          <pc:docMk/>
          <pc:sldMk cId="2573886143" sldId="932"/>
        </pc:sldMkLst>
      </pc:sldChg>
      <pc:sldChg chg="del">
        <pc:chgData name="TOMIOKA Rio" userId="f1152ccc-8031-465f-b7e6-eeabb05e2b2e" providerId="ADAL" clId="{66465D8C-B4A5-1A4D-A80B-A07D9FE6129B}" dt="2025-04-08T04:34:20.238" v="1" actId="2696"/>
        <pc:sldMkLst>
          <pc:docMk/>
          <pc:sldMk cId="4287684603" sldId="935"/>
        </pc:sldMkLst>
      </pc:sldChg>
      <pc:sldChg chg="del">
        <pc:chgData name="TOMIOKA Rio" userId="f1152ccc-8031-465f-b7e6-eeabb05e2b2e" providerId="ADAL" clId="{66465D8C-B4A5-1A4D-A80B-A07D9FE6129B}" dt="2025-04-08T04:34:20.443" v="39" actId="2696"/>
        <pc:sldMkLst>
          <pc:docMk/>
          <pc:sldMk cId="2704486102" sldId="937"/>
        </pc:sldMkLst>
      </pc:sldChg>
      <pc:sldChg chg="del">
        <pc:chgData name="TOMIOKA Rio" userId="f1152ccc-8031-465f-b7e6-eeabb05e2b2e" providerId="ADAL" clId="{66465D8C-B4A5-1A4D-A80B-A07D9FE6129B}" dt="2025-04-08T04:34:20.888" v="74" actId="2696"/>
        <pc:sldMkLst>
          <pc:docMk/>
          <pc:sldMk cId="3996517879" sldId="939"/>
        </pc:sldMkLst>
      </pc:sldChg>
      <pc:sldChg chg="del">
        <pc:chgData name="TOMIOKA Rio" userId="f1152ccc-8031-465f-b7e6-eeabb05e2b2e" providerId="ADAL" clId="{66465D8C-B4A5-1A4D-A80B-A07D9FE6129B}" dt="2025-04-08T04:34:20.430" v="33" actId="2696"/>
        <pc:sldMkLst>
          <pc:docMk/>
          <pc:sldMk cId="2420125864" sldId="940"/>
        </pc:sldMkLst>
      </pc:sldChg>
      <pc:sldChg chg="del">
        <pc:chgData name="TOMIOKA Rio" userId="f1152ccc-8031-465f-b7e6-eeabb05e2b2e" providerId="ADAL" clId="{66465D8C-B4A5-1A4D-A80B-A07D9FE6129B}" dt="2025-04-08T04:34:20.437" v="36" actId="2696"/>
        <pc:sldMkLst>
          <pc:docMk/>
          <pc:sldMk cId="101403154" sldId="941"/>
        </pc:sldMkLst>
      </pc:sldChg>
      <pc:sldChg chg="del">
        <pc:chgData name="TOMIOKA Rio" userId="f1152ccc-8031-465f-b7e6-eeabb05e2b2e" providerId="ADAL" clId="{66465D8C-B4A5-1A4D-A80B-A07D9FE6129B}" dt="2025-04-08T04:34:20.871" v="72" actId="2696"/>
        <pc:sldMkLst>
          <pc:docMk/>
          <pc:sldMk cId="2034057937" sldId="942"/>
        </pc:sldMkLst>
      </pc:sldChg>
      <pc:sldChg chg="del">
        <pc:chgData name="TOMIOKA Rio" userId="f1152ccc-8031-465f-b7e6-eeabb05e2b2e" providerId="ADAL" clId="{66465D8C-B4A5-1A4D-A80B-A07D9FE6129B}" dt="2025-04-08T04:34:20.660" v="59" actId="2696"/>
        <pc:sldMkLst>
          <pc:docMk/>
          <pc:sldMk cId="3300231830" sldId="943"/>
        </pc:sldMkLst>
      </pc:sldChg>
      <pc:sldChg chg="del">
        <pc:chgData name="TOMIOKA Rio" userId="f1152ccc-8031-465f-b7e6-eeabb05e2b2e" providerId="ADAL" clId="{66465D8C-B4A5-1A4D-A80B-A07D9FE6129B}" dt="2025-04-08T04:34:20.671" v="64" actId="2696"/>
        <pc:sldMkLst>
          <pc:docMk/>
          <pc:sldMk cId="870139846" sldId="944"/>
        </pc:sldMkLst>
      </pc:sldChg>
      <pc:sldChg chg="del">
        <pc:chgData name="TOMIOKA Rio" userId="f1152ccc-8031-465f-b7e6-eeabb05e2b2e" providerId="ADAL" clId="{66465D8C-B4A5-1A4D-A80B-A07D9FE6129B}" dt="2025-04-08T04:34:20.432" v="34" actId="2696"/>
        <pc:sldMkLst>
          <pc:docMk/>
          <pc:sldMk cId="1853271609" sldId="945"/>
        </pc:sldMkLst>
      </pc:sldChg>
      <pc:sldChg chg="del">
        <pc:chgData name="TOMIOKA Rio" userId="f1152ccc-8031-465f-b7e6-eeabb05e2b2e" providerId="ADAL" clId="{66465D8C-B4A5-1A4D-A80B-A07D9FE6129B}" dt="2025-04-08T04:34:20.672" v="65" actId="2696"/>
        <pc:sldMkLst>
          <pc:docMk/>
          <pc:sldMk cId="1586777122" sldId="946"/>
        </pc:sldMkLst>
      </pc:sldChg>
      <pc:sldChg chg="del">
        <pc:chgData name="TOMIOKA Rio" userId="f1152ccc-8031-465f-b7e6-eeabb05e2b2e" providerId="ADAL" clId="{66465D8C-B4A5-1A4D-A80B-A07D9FE6129B}" dt="2025-04-08T04:34:20.486" v="47" actId="2696"/>
        <pc:sldMkLst>
          <pc:docMk/>
          <pc:sldMk cId="3823184139" sldId="947"/>
        </pc:sldMkLst>
      </pc:sldChg>
      <pc:sldChg chg="del">
        <pc:chgData name="TOMIOKA Rio" userId="f1152ccc-8031-465f-b7e6-eeabb05e2b2e" providerId="ADAL" clId="{66465D8C-B4A5-1A4D-A80B-A07D9FE6129B}" dt="2025-04-08T04:34:20.423" v="30" actId="2696"/>
        <pc:sldMkLst>
          <pc:docMk/>
          <pc:sldMk cId="528087875" sldId="949"/>
        </pc:sldMkLst>
      </pc:sldChg>
      <pc:sldChg chg="del">
        <pc:chgData name="TOMIOKA Rio" userId="f1152ccc-8031-465f-b7e6-eeabb05e2b2e" providerId="ADAL" clId="{66465D8C-B4A5-1A4D-A80B-A07D9FE6129B}" dt="2025-04-08T04:34:20.252" v="6" actId="2696"/>
        <pc:sldMkLst>
          <pc:docMk/>
          <pc:sldMk cId="3281335953" sldId="950"/>
        </pc:sldMkLst>
      </pc:sldChg>
      <pc:sldChg chg="del">
        <pc:chgData name="TOMIOKA Rio" userId="f1152ccc-8031-465f-b7e6-eeabb05e2b2e" providerId="ADAL" clId="{66465D8C-B4A5-1A4D-A80B-A07D9FE6129B}" dt="2025-04-08T04:34:20.361" v="16" actId="2696"/>
        <pc:sldMkLst>
          <pc:docMk/>
          <pc:sldMk cId="869833332" sldId="955"/>
        </pc:sldMkLst>
      </pc:sldChg>
      <pc:sldChg chg="del">
        <pc:chgData name="TOMIOKA Rio" userId="f1152ccc-8031-465f-b7e6-eeabb05e2b2e" providerId="ADAL" clId="{66465D8C-B4A5-1A4D-A80B-A07D9FE6129B}" dt="2025-04-08T04:34:20.407" v="26" actId="2696"/>
        <pc:sldMkLst>
          <pc:docMk/>
          <pc:sldMk cId="848193696" sldId="956"/>
        </pc:sldMkLst>
      </pc:sldChg>
      <pc:sldChg chg="del">
        <pc:chgData name="TOMIOKA Rio" userId="f1152ccc-8031-465f-b7e6-eeabb05e2b2e" providerId="ADAL" clId="{66465D8C-B4A5-1A4D-A80B-A07D9FE6129B}" dt="2025-04-08T04:34:20.490" v="49" actId="2696"/>
        <pc:sldMkLst>
          <pc:docMk/>
          <pc:sldMk cId="2668217054" sldId="960"/>
        </pc:sldMkLst>
      </pc:sldChg>
      <pc:sldChg chg="del">
        <pc:chgData name="TOMIOKA Rio" userId="f1152ccc-8031-465f-b7e6-eeabb05e2b2e" providerId="ADAL" clId="{66465D8C-B4A5-1A4D-A80B-A07D9FE6129B}" dt="2025-04-08T04:34:20.363" v="17" actId="2696"/>
        <pc:sldMkLst>
          <pc:docMk/>
          <pc:sldMk cId="3327463408" sldId="961"/>
        </pc:sldMkLst>
      </pc:sldChg>
      <pc:sldChg chg="del">
        <pc:chgData name="TOMIOKA Rio" userId="f1152ccc-8031-465f-b7e6-eeabb05e2b2e" providerId="ADAL" clId="{66465D8C-B4A5-1A4D-A80B-A07D9FE6129B}" dt="2025-04-08T04:34:20.439" v="37" actId="2696"/>
        <pc:sldMkLst>
          <pc:docMk/>
          <pc:sldMk cId="4226801961" sldId="962"/>
        </pc:sldMkLst>
      </pc:sldChg>
      <pc:sldChg chg="del">
        <pc:chgData name="TOMIOKA Rio" userId="f1152ccc-8031-465f-b7e6-eeabb05e2b2e" providerId="ADAL" clId="{66465D8C-B4A5-1A4D-A80B-A07D9FE6129B}" dt="2025-04-08T04:34:20.403" v="24" actId="2696"/>
        <pc:sldMkLst>
          <pc:docMk/>
          <pc:sldMk cId="2478145582" sldId="963"/>
        </pc:sldMkLst>
      </pc:sldChg>
      <pc:sldChg chg="del">
        <pc:chgData name="TOMIOKA Rio" userId="f1152ccc-8031-465f-b7e6-eeabb05e2b2e" providerId="ADAL" clId="{66465D8C-B4A5-1A4D-A80B-A07D9FE6129B}" dt="2025-04-08T04:34:20.449" v="41" actId="2696"/>
        <pc:sldMkLst>
          <pc:docMk/>
          <pc:sldMk cId="1464930678" sldId="964"/>
        </pc:sldMkLst>
      </pc:sldChg>
      <pc:sldChg chg="del">
        <pc:chgData name="TOMIOKA Rio" userId="f1152ccc-8031-465f-b7e6-eeabb05e2b2e" providerId="ADAL" clId="{66465D8C-B4A5-1A4D-A80B-A07D9FE6129B}" dt="2025-04-08T04:34:20.390" v="20" actId="2696"/>
        <pc:sldMkLst>
          <pc:docMk/>
          <pc:sldMk cId="3782503978" sldId="965"/>
        </pc:sldMkLst>
      </pc:sldChg>
      <pc:sldChg chg="del">
        <pc:chgData name="TOMIOKA Rio" userId="f1152ccc-8031-465f-b7e6-eeabb05e2b2e" providerId="ADAL" clId="{66465D8C-B4A5-1A4D-A80B-A07D9FE6129B}" dt="2025-04-08T04:34:20.242" v="2" actId="2696"/>
        <pc:sldMkLst>
          <pc:docMk/>
          <pc:sldMk cId="712442419" sldId="967"/>
        </pc:sldMkLst>
      </pc:sldChg>
      <pc:sldChg chg="del">
        <pc:chgData name="TOMIOKA Rio" userId="f1152ccc-8031-465f-b7e6-eeabb05e2b2e" providerId="ADAL" clId="{66465D8C-B4A5-1A4D-A80B-A07D9FE6129B}" dt="2025-04-08T04:34:20.519" v="53" actId="2696"/>
        <pc:sldMkLst>
          <pc:docMk/>
          <pc:sldMk cId="620820617" sldId="968"/>
        </pc:sldMkLst>
      </pc:sldChg>
      <pc:sldChg chg="del">
        <pc:chgData name="TOMIOKA Rio" userId="f1152ccc-8031-465f-b7e6-eeabb05e2b2e" providerId="ADAL" clId="{66465D8C-B4A5-1A4D-A80B-A07D9FE6129B}" dt="2025-04-08T04:34:20.435" v="35" actId="2696"/>
        <pc:sldMkLst>
          <pc:docMk/>
          <pc:sldMk cId="2984846442" sldId="969"/>
        </pc:sldMkLst>
      </pc:sldChg>
      <pc:sldChg chg="del">
        <pc:chgData name="TOMIOKA Rio" userId="f1152ccc-8031-465f-b7e6-eeabb05e2b2e" providerId="ADAL" clId="{66465D8C-B4A5-1A4D-A80B-A07D9FE6129B}" dt="2025-04-08T04:34:20.889" v="75" actId="2696"/>
        <pc:sldMkLst>
          <pc:docMk/>
          <pc:sldMk cId="517480998" sldId="970"/>
        </pc:sldMkLst>
      </pc:sldChg>
      <pc:sldChg chg="del">
        <pc:chgData name="TOMIOKA Rio" userId="f1152ccc-8031-465f-b7e6-eeabb05e2b2e" providerId="ADAL" clId="{66465D8C-B4A5-1A4D-A80B-A07D9FE6129B}" dt="2025-04-08T04:34:20.736" v="68" actId="2696"/>
        <pc:sldMkLst>
          <pc:docMk/>
          <pc:sldMk cId="1307016826" sldId="971"/>
        </pc:sldMkLst>
      </pc:sldChg>
      <pc:sldChg chg="del">
        <pc:chgData name="TOMIOKA Rio" userId="f1152ccc-8031-465f-b7e6-eeabb05e2b2e" providerId="ADAL" clId="{66465D8C-B4A5-1A4D-A80B-A07D9FE6129B}" dt="2025-04-08T04:34:20.254" v="7" actId="2696"/>
        <pc:sldMkLst>
          <pc:docMk/>
          <pc:sldMk cId="4272916230" sldId="972"/>
        </pc:sldMkLst>
      </pc:sldChg>
      <pc:sldChg chg="del">
        <pc:chgData name="TOMIOKA Rio" userId="f1152ccc-8031-465f-b7e6-eeabb05e2b2e" providerId="ADAL" clId="{66465D8C-B4A5-1A4D-A80B-A07D9FE6129B}" dt="2025-04-08T04:34:20.331" v="12" actId="2696"/>
        <pc:sldMkLst>
          <pc:docMk/>
          <pc:sldMk cId="76354971" sldId="973"/>
        </pc:sldMkLst>
      </pc:sldChg>
      <pc:sldChg chg="del">
        <pc:chgData name="TOMIOKA Rio" userId="f1152ccc-8031-465f-b7e6-eeabb05e2b2e" providerId="ADAL" clId="{66465D8C-B4A5-1A4D-A80B-A07D9FE6129B}" dt="2025-04-08T04:34:20.234" v="0" actId="2696"/>
        <pc:sldMkLst>
          <pc:docMk/>
          <pc:sldMk cId="4288123558" sldId="979"/>
        </pc:sldMkLst>
      </pc:sldChg>
      <pc:sldChg chg="del">
        <pc:chgData name="TOMIOKA Rio" userId="f1152ccc-8031-465f-b7e6-eeabb05e2b2e" providerId="ADAL" clId="{66465D8C-B4A5-1A4D-A80B-A07D9FE6129B}" dt="2025-04-08T04:34:20.329" v="11" actId="2696"/>
        <pc:sldMkLst>
          <pc:docMk/>
          <pc:sldMk cId="2063021844" sldId="980"/>
        </pc:sldMkLst>
      </pc:sldChg>
      <pc:sldChg chg="del">
        <pc:chgData name="TOMIOKA Rio" userId="f1152ccc-8031-465f-b7e6-eeabb05e2b2e" providerId="ADAL" clId="{66465D8C-B4A5-1A4D-A80B-A07D9FE6129B}" dt="2025-04-08T04:34:20.246" v="4" actId="2696"/>
        <pc:sldMkLst>
          <pc:docMk/>
          <pc:sldMk cId="3827127278" sldId="981"/>
        </pc:sldMkLst>
      </pc:sldChg>
      <pc:sldChg chg="del">
        <pc:chgData name="TOMIOKA Rio" userId="f1152ccc-8031-465f-b7e6-eeabb05e2b2e" providerId="ADAL" clId="{66465D8C-B4A5-1A4D-A80B-A07D9FE6129B}" dt="2025-04-08T04:34:20.657" v="58" actId="2696"/>
        <pc:sldMkLst>
          <pc:docMk/>
          <pc:sldMk cId="2429456980" sldId="982"/>
        </pc:sldMkLst>
      </pc:sldChg>
      <pc:sldChg chg="del">
        <pc:chgData name="TOMIOKA Rio" userId="f1152ccc-8031-465f-b7e6-eeabb05e2b2e" providerId="ADAL" clId="{66465D8C-B4A5-1A4D-A80B-A07D9FE6129B}" dt="2025-04-08T04:34:20.492" v="50" actId="2696"/>
        <pc:sldMkLst>
          <pc:docMk/>
          <pc:sldMk cId="3914965046" sldId="983"/>
        </pc:sldMkLst>
      </pc:sldChg>
      <pc:sldChg chg="del">
        <pc:chgData name="TOMIOKA Rio" userId="f1152ccc-8031-465f-b7e6-eeabb05e2b2e" providerId="ADAL" clId="{66465D8C-B4A5-1A4D-A80B-A07D9FE6129B}" dt="2025-04-08T04:34:20.426" v="31" actId="2696"/>
        <pc:sldMkLst>
          <pc:docMk/>
          <pc:sldMk cId="3079496750" sldId="984"/>
        </pc:sldMkLst>
      </pc:sldChg>
      <pc:sldChg chg="del">
        <pc:chgData name="TOMIOKA Rio" userId="f1152ccc-8031-465f-b7e6-eeabb05e2b2e" providerId="ADAL" clId="{66465D8C-B4A5-1A4D-A80B-A07D9FE6129B}" dt="2025-04-08T04:34:20.507" v="52" actId="2696"/>
        <pc:sldMkLst>
          <pc:docMk/>
          <pc:sldMk cId="2201974469" sldId="985"/>
        </pc:sldMkLst>
      </pc:sldChg>
      <pc:sldChg chg="del">
        <pc:chgData name="TOMIOKA Rio" userId="f1152ccc-8031-465f-b7e6-eeabb05e2b2e" providerId="ADAL" clId="{66465D8C-B4A5-1A4D-A80B-A07D9FE6129B}" dt="2025-04-08T04:34:20.675" v="66" actId="2696"/>
        <pc:sldMkLst>
          <pc:docMk/>
          <pc:sldMk cId="3760134129" sldId="986"/>
        </pc:sldMkLst>
      </pc:sldChg>
      <pc:sldChg chg="del">
        <pc:chgData name="TOMIOKA Rio" userId="f1152ccc-8031-465f-b7e6-eeabb05e2b2e" providerId="ADAL" clId="{66465D8C-B4A5-1A4D-A80B-A07D9FE6129B}" dt="2025-04-08T04:34:20.592" v="56" actId="2696"/>
        <pc:sldMkLst>
          <pc:docMk/>
          <pc:sldMk cId="2818949806" sldId="987"/>
        </pc:sldMkLst>
      </pc:sldChg>
      <pc:sldChg chg="del">
        <pc:chgData name="TOMIOKA Rio" userId="f1152ccc-8031-465f-b7e6-eeabb05e2b2e" providerId="ADAL" clId="{66465D8C-B4A5-1A4D-A80B-A07D9FE6129B}" dt="2025-04-08T04:34:20.414" v="28" actId="2696"/>
        <pc:sldMkLst>
          <pc:docMk/>
          <pc:sldMk cId="185858403" sldId="988"/>
        </pc:sldMkLst>
      </pc:sldChg>
      <pc:sldChg chg="del">
        <pc:chgData name="TOMIOKA Rio" userId="f1152ccc-8031-465f-b7e6-eeabb05e2b2e" providerId="ADAL" clId="{66465D8C-B4A5-1A4D-A80B-A07D9FE6129B}" dt="2025-04-08T04:34:20.668" v="63" actId="2696"/>
        <pc:sldMkLst>
          <pc:docMk/>
          <pc:sldMk cId="3627397023" sldId="991"/>
        </pc:sldMkLst>
      </pc:sldChg>
      <pc:sldChg chg="del">
        <pc:chgData name="TOMIOKA Rio" userId="f1152ccc-8031-465f-b7e6-eeabb05e2b2e" providerId="ADAL" clId="{66465D8C-B4A5-1A4D-A80B-A07D9FE6129B}" dt="2025-04-08T04:34:20.258" v="9" actId="2696"/>
        <pc:sldMkLst>
          <pc:docMk/>
          <pc:sldMk cId="3411421055" sldId="992"/>
        </pc:sldMkLst>
      </pc:sldChg>
    </pc:docChg>
  </pc:docChgLst>
  <pc:docChgLst>
    <pc:chgData name="TOMIOKA Rio" userId="f1152ccc-8031-465f-b7e6-eeabb05e2b2e" providerId="ADAL" clId="{299C5F7C-B140-EC4F-BCDF-E3728387E6EC}"/>
    <pc:docChg chg="undo custSel addSld delSld modSld sldOrd">
      <pc:chgData name="TOMIOKA Rio" userId="f1152ccc-8031-465f-b7e6-eeabb05e2b2e" providerId="ADAL" clId="{299C5F7C-B140-EC4F-BCDF-E3728387E6EC}" dt="2024-03-27T04:37:46.744" v="17706" actId="20577"/>
      <pc:docMkLst>
        <pc:docMk/>
      </pc:docMkLst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2918584734" sldId="256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1306722894" sldId="373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1110024352" sldId="374"/>
        </pc:sldMkLst>
      </pc:sldChg>
      <pc:sldChg chg="modSp mod">
        <pc:chgData name="TOMIOKA Rio" userId="f1152ccc-8031-465f-b7e6-eeabb05e2b2e" providerId="ADAL" clId="{299C5F7C-B140-EC4F-BCDF-E3728387E6EC}" dt="2024-03-26T23:16:19.423" v="11418" actId="1076"/>
        <pc:sldMkLst>
          <pc:docMk/>
          <pc:sldMk cId="2997975835" sldId="478"/>
        </pc:sldMkLst>
      </pc:sldChg>
      <pc:sldChg chg="addSp modSp mod">
        <pc:chgData name="TOMIOKA Rio" userId="f1152ccc-8031-465f-b7e6-eeabb05e2b2e" providerId="ADAL" clId="{299C5F7C-B140-EC4F-BCDF-E3728387E6EC}" dt="2024-03-26T23:17:27.857" v="11422" actId="167"/>
        <pc:sldMkLst>
          <pc:docMk/>
          <pc:sldMk cId="2202386054" sldId="479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3533065168" sldId="822"/>
        </pc:sldMkLst>
      </pc:sldChg>
      <pc:sldChg chg="modSp mod">
        <pc:chgData name="TOMIOKA Rio" userId="f1152ccc-8031-465f-b7e6-eeabb05e2b2e" providerId="ADAL" clId="{299C5F7C-B140-EC4F-BCDF-E3728387E6EC}" dt="2024-03-27T02:43:07.233" v="16900" actId="20577"/>
        <pc:sldMkLst>
          <pc:docMk/>
          <pc:sldMk cId="1878506968" sldId="861"/>
        </pc:sldMkLst>
      </pc:sldChg>
      <pc:sldChg chg="modSp del mod">
        <pc:chgData name="TOMIOKA Rio" userId="f1152ccc-8031-465f-b7e6-eeabb05e2b2e" providerId="ADAL" clId="{299C5F7C-B140-EC4F-BCDF-E3728387E6EC}" dt="2024-03-27T01:40:21.007" v="16731" actId="2696"/>
        <pc:sldMkLst>
          <pc:docMk/>
          <pc:sldMk cId="182629437" sldId="863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603679762" sldId="868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775903020" sldId="875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3657064719" sldId="877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133667322" sldId="881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2865613637" sldId="903"/>
        </pc:sldMkLst>
      </pc:sldChg>
      <pc:sldChg chg="addSp delSp modSp mod">
        <pc:chgData name="TOMIOKA Rio" userId="f1152ccc-8031-465f-b7e6-eeabb05e2b2e" providerId="ADAL" clId="{299C5F7C-B140-EC4F-BCDF-E3728387E6EC}" dt="2024-03-27T02:48:43.146" v="17222" actId="14826"/>
        <pc:sldMkLst>
          <pc:docMk/>
          <pc:sldMk cId="722219049" sldId="920"/>
        </pc:sldMkLst>
      </pc:sldChg>
      <pc:sldChg chg="modSp mod">
        <pc:chgData name="TOMIOKA Rio" userId="f1152ccc-8031-465f-b7e6-eeabb05e2b2e" providerId="ADAL" clId="{299C5F7C-B140-EC4F-BCDF-E3728387E6EC}" dt="2024-03-27T02:48:21.881" v="17218" actId="20577"/>
        <pc:sldMkLst>
          <pc:docMk/>
          <pc:sldMk cId="2710727213" sldId="921"/>
        </pc:sldMkLst>
      </pc:sldChg>
      <pc:sldChg chg="modSp mod">
        <pc:chgData name="TOMIOKA Rio" userId="f1152ccc-8031-465f-b7e6-eeabb05e2b2e" providerId="ADAL" clId="{299C5F7C-B140-EC4F-BCDF-E3728387E6EC}" dt="2024-03-27T02:49:03.678" v="17226" actId="14826"/>
        <pc:sldMkLst>
          <pc:docMk/>
          <pc:sldMk cId="3248802387" sldId="924"/>
        </pc:sldMkLst>
      </pc:sldChg>
      <pc:sldChg chg="modSp mod">
        <pc:chgData name="TOMIOKA Rio" userId="f1152ccc-8031-465f-b7e6-eeabb05e2b2e" providerId="ADAL" clId="{299C5F7C-B140-EC4F-BCDF-E3728387E6EC}" dt="2024-03-25T03:51:18.325" v="931" actId="20577"/>
        <pc:sldMkLst>
          <pc:docMk/>
          <pc:sldMk cId="1420230515" sldId="926"/>
        </pc:sldMkLst>
      </pc:sldChg>
      <pc:sldChg chg="modSp mod">
        <pc:chgData name="TOMIOKA Rio" userId="f1152ccc-8031-465f-b7e6-eeabb05e2b2e" providerId="ADAL" clId="{299C5F7C-B140-EC4F-BCDF-E3728387E6EC}" dt="2024-03-26T23:09:36.643" v="11117" actId="20577"/>
        <pc:sldMkLst>
          <pc:docMk/>
          <pc:sldMk cId="80662618" sldId="928"/>
        </pc:sldMkLst>
      </pc:sldChg>
      <pc:sldChg chg="del modNotesTx">
        <pc:chgData name="TOMIOKA Rio" userId="f1152ccc-8031-465f-b7e6-eeabb05e2b2e" providerId="ADAL" clId="{299C5F7C-B140-EC4F-BCDF-E3728387E6EC}" dt="2024-03-27T01:16:17.674" v="14252" actId="2696"/>
        <pc:sldMkLst>
          <pc:docMk/>
          <pc:sldMk cId="232926546" sldId="935"/>
        </pc:sldMkLst>
      </pc:sldChg>
      <pc:sldChg chg="modSp mod">
        <pc:chgData name="TOMIOKA Rio" userId="f1152ccc-8031-465f-b7e6-eeabb05e2b2e" providerId="ADAL" clId="{299C5F7C-B140-EC4F-BCDF-E3728387E6EC}" dt="2024-03-26T15:34:17.590" v="4930" actId="20577"/>
        <pc:sldMkLst>
          <pc:docMk/>
          <pc:sldMk cId="3713779571" sldId="936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3022095410" sldId="937"/>
        </pc:sldMkLst>
      </pc:sldChg>
      <pc:sldChg chg="addSp delSp modSp mod delAnim modAnim">
        <pc:chgData name="TOMIOKA Rio" userId="f1152ccc-8031-465f-b7e6-eeabb05e2b2e" providerId="ADAL" clId="{299C5F7C-B140-EC4F-BCDF-E3728387E6EC}" dt="2024-03-27T03:45:50.333" v="17586"/>
        <pc:sldMkLst>
          <pc:docMk/>
          <pc:sldMk cId="3149863740" sldId="939"/>
        </pc:sldMkLst>
      </pc:sldChg>
      <pc:sldChg chg="modSp mod">
        <pc:chgData name="TOMIOKA Rio" userId="f1152ccc-8031-465f-b7e6-eeabb05e2b2e" providerId="ADAL" clId="{299C5F7C-B140-EC4F-BCDF-E3728387E6EC}" dt="2024-03-27T03:46:31.737" v="17672" actId="20577"/>
        <pc:sldMkLst>
          <pc:docMk/>
          <pc:sldMk cId="2868470925" sldId="940"/>
        </pc:sldMkLst>
      </pc:sldChg>
      <pc:sldChg chg="modSp mod">
        <pc:chgData name="TOMIOKA Rio" userId="f1152ccc-8031-465f-b7e6-eeabb05e2b2e" providerId="ADAL" clId="{299C5F7C-B140-EC4F-BCDF-E3728387E6EC}" dt="2024-03-26T23:08:49.760" v="11115" actId="20577"/>
        <pc:sldMkLst>
          <pc:docMk/>
          <pc:sldMk cId="729482633" sldId="959"/>
        </pc:sldMkLst>
      </pc:sldChg>
      <pc:sldChg chg="del">
        <pc:chgData name="TOMIOKA Rio" userId="f1152ccc-8031-465f-b7e6-eeabb05e2b2e" providerId="ADAL" clId="{299C5F7C-B140-EC4F-BCDF-E3728387E6EC}" dt="2024-03-25T03:52:44.971" v="1026" actId="2696"/>
        <pc:sldMkLst>
          <pc:docMk/>
          <pc:sldMk cId="980770206" sldId="961"/>
        </pc:sldMkLst>
      </pc:sldChg>
      <pc:sldChg chg="modSp mod">
        <pc:chgData name="TOMIOKA Rio" userId="f1152ccc-8031-465f-b7e6-eeabb05e2b2e" providerId="ADAL" clId="{299C5F7C-B140-EC4F-BCDF-E3728387E6EC}" dt="2024-03-27T01:41:55.249" v="16820" actId="14100"/>
        <pc:sldMkLst>
          <pc:docMk/>
          <pc:sldMk cId="4130172089" sldId="962"/>
        </pc:sldMkLst>
      </pc:sldChg>
      <pc:sldChg chg="addSp delSp modSp mod">
        <pc:chgData name="TOMIOKA Rio" userId="f1152ccc-8031-465f-b7e6-eeabb05e2b2e" providerId="ADAL" clId="{299C5F7C-B140-EC4F-BCDF-E3728387E6EC}" dt="2024-03-27T02:51:03.558" v="17278" actId="1038"/>
        <pc:sldMkLst>
          <pc:docMk/>
          <pc:sldMk cId="1011689426" sldId="963"/>
        </pc:sldMkLst>
      </pc:sldChg>
      <pc:sldChg chg="addSp delSp modSp mod">
        <pc:chgData name="TOMIOKA Rio" userId="f1152ccc-8031-465f-b7e6-eeabb05e2b2e" providerId="ADAL" clId="{299C5F7C-B140-EC4F-BCDF-E3728387E6EC}" dt="2024-03-26T15:40:44.875" v="5344" actId="14100"/>
        <pc:sldMkLst>
          <pc:docMk/>
          <pc:sldMk cId="1909925603" sldId="964"/>
        </pc:sldMkLst>
      </pc:sldChg>
      <pc:sldChg chg="addSp delSp modSp mod">
        <pc:chgData name="TOMIOKA Rio" userId="f1152ccc-8031-465f-b7e6-eeabb05e2b2e" providerId="ADAL" clId="{299C5F7C-B140-EC4F-BCDF-E3728387E6EC}" dt="2024-03-26T15:41:28.631" v="5453"/>
        <pc:sldMkLst>
          <pc:docMk/>
          <pc:sldMk cId="2532772212" sldId="965"/>
        </pc:sldMkLst>
      </pc:sldChg>
      <pc:sldChg chg="modSp mod">
        <pc:chgData name="TOMIOKA Rio" userId="f1152ccc-8031-465f-b7e6-eeabb05e2b2e" providerId="ADAL" clId="{299C5F7C-B140-EC4F-BCDF-E3728387E6EC}" dt="2024-03-27T02:51:20.279" v="17287" actId="20577"/>
        <pc:sldMkLst>
          <pc:docMk/>
          <pc:sldMk cId="3923568483" sldId="966"/>
        </pc:sldMkLst>
      </pc:sldChg>
      <pc:sldChg chg="modSp mod">
        <pc:chgData name="TOMIOKA Rio" userId="f1152ccc-8031-465f-b7e6-eeabb05e2b2e" providerId="ADAL" clId="{299C5F7C-B140-EC4F-BCDF-E3728387E6EC}" dt="2024-03-27T02:51:32.886" v="17288" actId="14100"/>
        <pc:sldMkLst>
          <pc:docMk/>
          <pc:sldMk cId="2397483322" sldId="967"/>
        </pc:sldMkLst>
      </pc:sldChg>
      <pc:sldChg chg="modSp mod">
        <pc:chgData name="TOMIOKA Rio" userId="f1152ccc-8031-465f-b7e6-eeabb05e2b2e" providerId="ADAL" clId="{299C5F7C-B140-EC4F-BCDF-E3728387E6EC}" dt="2024-03-27T01:42:31.380" v="16836"/>
        <pc:sldMkLst>
          <pc:docMk/>
          <pc:sldMk cId="3126536264" sldId="968"/>
        </pc:sldMkLst>
      </pc:sldChg>
      <pc:sldChg chg="modSp mod">
        <pc:chgData name="TOMIOKA Rio" userId="f1152ccc-8031-465f-b7e6-eeabb05e2b2e" providerId="ADAL" clId="{299C5F7C-B140-EC4F-BCDF-E3728387E6EC}" dt="2024-03-26T00:11:21.819" v="1728" actId="20577"/>
        <pc:sldMkLst>
          <pc:docMk/>
          <pc:sldMk cId="1174780341" sldId="970"/>
        </pc:sldMkLst>
      </pc:sldChg>
      <pc:sldChg chg="modSp mod">
        <pc:chgData name="TOMIOKA Rio" userId="f1152ccc-8031-465f-b7e6-eeabb05e2b2e" providerId="ADAL" clId="{299C5F7C-B140-EC4F-BCDF-E3728387E6EC}" dt="2024-03-27T01:43:39.174" v="16859" actId="20577"/>
        <pc:sldMkLst>
          <pc:docMk/>
          <pc:sldMk cId="633452004" sldId="971"/>
        </pc:sldMkLst>
      </pc:sldChg>
      <pc:sldChg chg="modSp mod">
        <pc:chgData name="TOMIOKA Rio" userId="f1152ccc-8031-465f-b7e6-eeabb05e2b2e" providerId="ADAL" clId="{299C5F7C-B140-EC4F-BCDF-E3728387E6EC}" dt="2024-03-26T17:47:00.512" v="10235" actId="20577"/>
        <pc:sldMkLst>
          <pc:docMk/>
          <pc:sldMk cId="432981254" sldId="972"/>
        </pc:sldMkLst>
      </pc:sldChg>
      <pc:sldChg chg="addSp delSp modSp mod">
        <pc:chgData name="TOMIOKA Rio" userId="f1152ccc-8031-465f-b7e6-eeabb05e2b2e" providerId="ADAL" clId="{299C5F7C-B140-EC4F-BCDF-E3728387E6EC}" dt="2024-03-27T01:41:36.236" v="16819" actId="20577"/>
        <pc:sldMkLst>
          <pc:docMk/>
          <pc:sldMk cId="3243927865" sldId="973"/>
        </pc:sldMkLst>
      </pc:sldChg>
      <pc:sldChg chg="modSp mod">
        <pc:chgData name="TOMIOKA Rio" userId="f1152ccc-8031-465f-b7e6-eeabb05e2b2e" providerId="ADAL" clId="{299C5F7C-B140-EC4F-BCDF-E3728387E6EC}" dt="2024-03-27T01:23:33.211" v="15173" actId="20577"/>
        <pc:sldMkLst>
          <pc:docMk/>
          <pc:sldMk cId="1257191613" sldId="974"/>
        </pc:sldMkLst>
      </pc:sldChg>
      <pc:sldChg chg="modSp mod">
        <pc:chgData name="TOMIOKA Rio" userId="f1152ccc-8031-465f-b7e6-eeabb05e2b2e" providerId="ADAL" clId="{299C5F7C-B140-EC4F-BCDF-E3728387E6EC}" dt="2024-03-26T12:09:39.336" v="2254" actId="20577"/>
        <pc:sldMkLst>
          <pc:docMk/>
          <pc:sldMk cId="3012560406" sldId="976"/>
        </pc:sldMkLst>
      </pc:sldChg>
      <pc:sldChg chg="modSp mod">
        <pc:chgData name="TOMIOKA Rio" userId="f1152ccc-8031-465f-b7e6-eeabb05e2b2e" providerId="ADAL" clId="{299C5F7C-B140-EC4F-BCDF-E3728387E6EC}" dt="2024-03-26T12:09:43.298" v="2267" actId="20577"/>
        <pc:sldMkLst>
          <pc:docMk/>
          <pc:sldMk cId="2353082128" sldId="977"/>
        </pc:sldMkLst>
      </pc:sldChg>
      <pc:sldChg chg="modSp mod">
        <pc:chgData name="TOMIOKA Rio" userId="f1152ccc-8031-465f-b7e6-eeabb05e2b2e" providerId="ADAL" clId="{299C5F7C-B140-EC4F-BCDF-E3728387E6EC}" dt="2024-03-26T15:36:35.475" v="4943" actId="207"/>
        <pc:sldMkLst>
          <pc:docMk/>
          <pc:sldMk cId="3119628299" sldId="978"/>
        </pc:sldMkLst>
      </pc:sldChg>
      <pc:sldChg chg="del">
        <pc:chgData name="TOMIOKA Rio" userId="f1152ccc-8031-465f-b7e6-eeabb05e2b2e" providerId="ADAL" clId="{299C5F7C-B140-EC4F-BCDF-E3728387E6EC}" dt="2024-03-26T17:36:50.813" v="9366" actId="2696"/>
        <pc:sldMkLst>
          <pc:docMk/>
          <pc:sldMk cId="949522573" sldId="979"/>
        </pc:sldMkLst>
      </pc:sldChg>
      <pc:sldChg chg="del">
        <pc:chgData name="TOMIOKA Rio" userId="f1152ccc-8031-465f-b7e6-eeabb05e2b2e" providerId="ADAL" clId="{299C5F7C-B140-EC4F-BCDF-E3728387E6EC}" dt="2024-03-25T03:48:51.762" v="784" actId="2696"/>
        <pc:sldMkLst>
          <pc:docMk/>
          <pc:sldMk cId="3724773394" sldId="980"/>
        </pc:sldMkLst>
      </pc:sldChg>
      <pc:sldChg chg="modSp mod">
        <pc:chgData name="TOMIOKA Rio" userId="f1152ccc-8031-465f-b7e6-eeabb05e2b2e" providerId="ADAL" clId="{299C5F7C-B140-EC4F-BCDF-E3728387E6EC}" dt="2024-03-26T15:33:57.291" v="4892" actId="20577"/>
        <pc:sldMkLst>
          <pc:docMk/>
          <pc:sldMk cId="3375827599" sldId="982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383733839" sldId="988"/>
        </pc:sldMkLst>
      </pc:sldChg>
      <pc:sldChg chg="modSp del mod">
        <pc:chgData name="TOMIOKA Rio" userId="f1152ccc-8031-465f-b7e6-eeabb05e2b2e" providerId="ADAL" clId="{299C5F7C-B140-EC4F-BCDF-E3728387E6EC}" dt="2024-03-26T23:10:36.922" v="11123" actId="2696"/>
        <pc:sldMkLst>
          <pc:docMk/>
          <pc:sldMk cId="4224223188" sldId="992"/>
        </pc:sldMkLst>
      </pc:sldChg>
      <pc:sldChg chg="addSp delSp modSp mod modTransition modAnim">
        <pc:chgData name="TOMIOKA Rio" userId="f1152ccc-8031-465f-b7e6-eeabb05e2b2e" providerId="ADAL" clId="{299C5F7C-B140-EC4F-BCDF-E3728387E6EC}" dt="2024-03-26T17:53:46.283" v="10324"/>
        <pc:sldMkLst>
          <pc:docMk/>
          <pc:sldMk cId="238260369" sldId="993"/>
        </pc:sldMkLst>
      </pc:sldChg>
      <pc:sldChg chg="modSp mod">
        <pc:chgData name="TOMIOKA Rio" userId="f1152ccc-8031-465f-b7e6-eeabb05e2b2e" providerId="ADAL" clId="{299C5F7C-B140-EC4F-BCDF-E3728387E6EC}" dt="2024-03-27T01:42:53.866" v="16840" actId="20577"/>
        <pc:sldMkLst>
          <pc:docMk/>
          <pc:sldMk cId="1554559861" sldId="994"/>
        </pc:sldMkLst>
      </pc:sldChg>
      <pc:sldChg chg="addSp delSp modSp add del mod">
        <pc:chgData name="TOMIOKA Rio" userId="f1152ccc-8031-465f-b7e6-eeabb05e2b2e" providerId="ADAL" clId="{299C5F7C-B140-EC4F-BCDF-E3728387E6EC}" dt="2024-03-26T17:51:53.905" v="10309" actId="2696"/>
        <pc:sldMkLst>
          <pc:docMk/>
          <pc:sldMk cId="3666994673" sldId="995"/>
        </pc:sldMkLst>
      </pc:sldChg>
      <pc:sldChg chg="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3137127967" sldId="996"/>
        </pc:sldMkLst>
      </pc:sldChg>
      <pc:sldChg chg="modSp mod">
        <pc:chgData name="TOMIOKA Rio" userId="f1152ccc-8031-465f-b7e6-eeabb05e2b2e" providerId="ADAL" clId="{299C5F7C-B140-EC4F-BCDF-E3728387E6EC}" dt="2024-03-27T02:49:00.229" v="17225" actId="14826"/>
        <pc:sldMkLst>
          <pc:docMk/>
          <pc:sldMk cId="4179321538" sldId="997"/>
        </pc:sldMkLst>
      </pc:sldChg>
      <pc:sldChg chg="modSp mod">
        <pc:chgData name="TOMIOKA Rio" userId="f1152ccc-8031-465f-b7e6-eeabb05e2b2e" providerId="ADAL" clId="{299C5F7C-B140-EC4F-BCDF-E3728387E6EC}" dt="2024-03-27T02:48:48.473" v="17223" actId="14826"/>
        <pc:sldMkLst>
          <pc:docMk/>
          <pc:sldMk cId="1014467113" sldId="1000"/>
        </pc:sldMkLst>
      </pc:sldChg>
      <pc:sldChg chg="modSp mod">
        <pc:chgData name="TOMIOKA Rio" userId="f1152ccc-8031-465f-b7e6-eeabb05e2b2e" providerId="ADAL" clId="{299C5F7C-B140-EC4F-BCDF-E3728387E6EC}" dt="2024-03-27T02:48:54.460" v="17224" actId="14826"/>
        <pc:sldMkLst>
          <pc:docMk/>
          <pc:sldMk cId="2091228276" sldId="1001"/>
        </pc:sldMkLst>
      </pc:sldChg>
      <pc:sldChg chg="modSp add mod">
        <pc:chgData name="TOMIOKA Rio" userId="f1152ccc-8031-465f-b7e6-eeabb05e2b2e" providerId="ADAL" clId="{299C5F7C-B140-EC4F-BCDF-E3728387E6EC}" dt="2024-03-25T03:50:20.308" v="924" actId="20577"/>
        <pc:sldMkLst>
          <pc:docMk/>
          <pc:sldMk cId="1720526215" sldId="1002"/>
        </pc:sldMkLst>
      </pc:sldChg>
      <pc:sldChg chg="modSp add del mod">
        <pc:chgData name="TOMIOKA Rio" userId="f1152ccc-8031-465f-b7e6-eeabb05e2b2e" providerId="ADAL" clId="{299C5F7C-B140-EC4F-BCDF-E3728387E6EC}" dt="2024-03-27T01:41:10.006" v="16732" actId="2696"/>
        <pc:sldMkLst>
          <pc:docMk/>
          <pc:sldMk cId="3770903924" sldId="1003"/>
        </pc:sldMkLst>
      </pc:sldChg>
      <pc:sldChg chg="addSp modSp new mod">
        <pc:chgData name="TOMIOKA Rio" userId="f1152ccc-8031-465f-b7e6-eeabb05e2b2e" providerId="ADAL" clId="{299C5F7C-B140-EC4F-BCDF-E3728387E6EC}" dt="2024-03-26T12:22:55.552" v="2609" actId="1076"/>
        <pc:sldMkLst>
          <pc:docMk/>
          <pc:sldMk cId="3816625222" sldId="1004"/>
        </pc:sldMkLst>
      </pc:sldChg>
      <pc:sldChg chg="addSp delSp modSp new mod modShow">
        <pc:chgData name="TOMIOKA Rio" userId="f1152ccc-8031-465f-b7e6-eeabb05e2b2e" providerId="ADAL" clId="{299C5F7C-B140-EC4F-BCDF-E3728387E6EC}" dt="2024-03-27T01:32:35.862" v="15517" actId="729"/>
        <pc:sldMkLst>
          <pc:docMk/>
          <pc:sldMk cId="1539771528" sldId="1005"/>
        </pc:sldMkLst>
      </pc:sldChg>
      <pc:sldChg chg="addSp delSp modSp add mod">
        <pc:chgData name="TOMIOKA Rio" userId="f1152ccc-8031-465f-b7e6-eeabb05e2b2e" providerId="ADAL" clId="{299C5F7C-B140-EC4F-BCDF-E3728387E6EC}" dt="2024-03-26T23:34:08.240" v="11741" actId="1076"/>
        <pc:sldMkLst>
          <pc:docMk/>
          <pc:sldMk cId="2142687808" sldId="1006"/>
        </pc:sldMkLst>
      </pc:sldChg>
      <pc:sldChg chg="addSp delSp modSp add mod">
        <pc:chgData name="TOMIOKA Rio" userId="f1152ccc-8031-465f-b7e6-eeabb05e2b2e" providerId="ADAL" clId="{299C5F7C-B140-EC4F-BCDF-E3728387E6EC}" dt="2024-03-26T23:34:51.054" v="11771" actId="1076"/>
        <pc:sldMkLst>
          <pc:docMk/>
          <pc:sldMk cId="644054953" sldId="1007"/>
        </pc:sldMkLst>
      </pc:sldChg>
      <pc:sldChg chg="addSp delSp modSp new mod">
        <pc:chgData name="TOMIOKA Rio" userId="f1152ccc-8031-465f-b7e6-eeabb05e2b2e" providerId="ADAL" clId="{299C5F7C-B140-EC4F-BCDF-E3728387E6EC}" dt="2024-03-27T02:52:56.081" v="17290" actId="207"/>
        <pc:sldMkLst>
          <pc:docMk/>
          <pc:sldMk cId="2740831691" sldId="1008"/>
        </pc:sldMkLst>
      </pc:sldChg>
      <pc:sldChg chg="modSp add del mod">
        <pc:chgData name="TOMIOKA Rio" userId="f1152ccc-8031-465f-b7e6-eeabb05e2b2e" providerId="ADAL" clId="{299C5F7C-B140-EC4F-BCDF-E3728387E6EC}" dt="2024-03-26T15:14:57.374" v="3901" actId="2696"/>
        <pc:sldMkLst>
          <pc:docMk/>
          <pc:sldMk cId="1962545125" sldId="1009"/>
        </pc:sldMkLst>
      </pc:sldChg>
      <pc:sldChg chg="addSp delSp modSp new mod ord">
        <pc:chgData name="TOMIOKA Rio" userId="f1152ccc-8031-465f-b7e6-eeabb05e2b2e" providerId="ADAL" clId="{299C5F7C-B140-EC4F-BCDF-E3728387E6EC}" dt="2024-03-26T17:54:27.256" v="10325" actId="20578"/>
        <pc:sldMkLst>
          <pc:docMk/>
          <pc:sldMk cId="3135730179" sldId="1009"/>
        </pc:sldMkLst>
      </pc:sldChg>
      <pc:sldChg chg="addSp delSp modSp new mod">
        <pc:chgData name="TOMIOKA Rio" userId="f1152ccc-8031-465f-b7e6-eeabb05e2b2e" providerId="ADAL" clId="{299C5F7C-B140-EC4F-BCDF-E3728387E6EC}" dt="2024-03-27T02:52:37.548" v="17289" actId="207"/>
        <pc:sldMkLst>
          <pc:docMk/>
          <pc:sldMk cId="2063141690" sldId="1010"/>
        </pc:sldMkLst>
      </pc:sldChg>
      <pc:sldChg chg="addSp delSp modSp add mod">
        <pc:chgData name="TOMIOKA Rio" userId="f1152ccc-8031-465f-b7e6-eeabb05e2b2e" providerId="ADAL" clId="{299C5F7C-B140-EC4F-BCDF-E3728387E6EC}" dt="2024-03-26T15:34:04.638" v="4893" actId="20577"/>
        <pc:sldMkLst>
          <pc:docMk/>
          <pc:sldMk cId="993608638" sldId="1011"/>
        </pc:sldMkLst>
      </pc:sldChg>
      <pc:sldChg chg="modSp add mod">
        <pc:chgData name="TOMIOKA Rio" userId="f1152ccc-8031-465f-b7e6-eeabb05e2b2e" providerId="ADAL" clId="{299C5F7C-B140-EC4F-BCDF-E3728387E6EC}" dt="2024-03-27T01:42:02.643" v="16821" actId="14100"/>
        <pc:sldMkLst>
          <pc:docMk/>
          <pc:sldMk cId="1350280788" sldId="1012"/>
        </pc:sldMkLst>
      </pc:sldChg>
      <pc:sldChg chg="modSp add del mod">
        <pc:chgData name="TOMIOKA Rio" userId="f1152ccc-8031-465f-b7e6-eeabb05e2b2e" providerId="ADAL" clId="{299C5F7C-B140-EC4F-BCDF-E3728387E6EC}" dt="2024-03-26T15:35:40.436" v="4936" actId="2696"/>
        <pc:sldMkLst>
          <pc:docMk/>
          <pc:sldMk cId="2049244975" sldId="1012"/>
        </pc:sldMkLst>
      </pc:sldChg>
      <pc:sldChg chg="addSp delSp modSp new mod">
        <pc:chgData name="TOMIOKA Rio" userId="f1152ccc-8031-465f-b7e6-eeabb05e2b2e" providerId="ADAL" clId="{299C5F7C-B140-EC4F-BCDF-E3728387E6EC}" dt="2024-03-26T22:46:46.986" v="10519" actId="1035"/>
        <pc:sldMkLst>
          <pc:docMk/>
          <pc:sldMk cId="2085031886" sldId="1013"/>
        </pc:sldMkLst>
      </pc:sldChg>
      <pc:sldChg chg="addSp delSp modSp new mod">
        <pc:chgData name="TOMIOKA Rio" userId="f1152ccc-8031-465f-b7e6-eeabb05e2b2e" providerId="ADAL" clId="{299C5F7C-B140-EC4F-BCDF-E3728387E6EC}" dt="2024-03-27T02:56:57.795" v="17334" actId="207"/>
        <pc:sldMkLst>
          <pc:docMk/>
          <pc:sldMk cId="1892477656" sldId="1014"/>
        </pc:sldMkLst>
      </pc:sldChg>
      <pc:sldChg chg="addSp delSp modSp add mod">
        <pc:chgData name="TOMIOKA Rio" userId="f1152ccc-8031-465f-b7e6-eeabb05e2b2e" providerId="ADAL" clId="{299C5F7C-B140-EC4F-BCDF-E3728387E6EC}" dt="2024-03-26T22:52:01.436" v="10785" actId="20577"/>
        <pc:sldMkLst>
          <pc:docMk/>
          <pc:sldMk cId="2195933654" sldId="1015"/>
        </pc:sldMkLst>
      </pc:sldChg>
      <pc:sldChg chg="addSp delSp modSp new mod">
        <pc:chgData name="TOMIOKA Rio" userId="f1152ccc-8031-465f-b7e6-eeabb05e2b2e" providerId="ADAL" clId="{299C5F7C-B140-EC4F-BCDF-E3728387E6EC}" dt="2024-03-26T16:33:19.821" v="6460" actId="207"/>
        <pc:sldMkLst>
          <pc:docMk/>
          <pc:sldMk cId="1609091946" sldId="1016"/>
        </pc:sldMkLst>
      </pc:sldChg>
      <pc:sldChg chg="addSp delSp modSp new mod">
        <pc:chgData name="TOMIOKA Rio" userId="f1152ccc-8031-465f-b7e6-eeabb05e2b2e" providerId="ADAL" clId="{299C5F7C-B140-EC4F-BCDF-E3728387E6EC}" dt="2024-03-26T18:04:29.533" v="10379" actId="1035"/>
        <pc:sldMkLst>
          <pc:docMk/>
          <pc:sldMk cId="850714930" sldId="1017"/>
        </pc:sldMkLst>
      </pc:sldChg>
      <pc:sldChg chg="addSp modSp new mod">
        <pc:chgData name="TOMIOKA Rio" userId="f1152ccc-8031-465f-b7e6-eeabb05e2b2e" providerId="ADAL" clId="{299C5F7C-B140-EC4F-BCDF-E3728387E6EC}" dt="2024-03-26T16:39:37.759" v="7194" actId="20577"/>
        <pc:sldMkLst>
          <pc:docMk/>
          <pc:sldMk cId="3847956028" sldId="1018"/>
        </pc:sldMkLst>
      </pc:sldChg>
      <pc:sldChg chg="addSp delSp modSp new mod ord">
        <pc:chgData name="TOMIOKA Rio" userId="f1152ccc-8031-465f-b7e6-eeabb05e2b2e" providerId="ADAL" clId="{299C5F7C-B140-EC4F-BCDF-E3728387E6EC}" dt="2024-03-26T17:37:50.963" v="9434" actId="20577"/>
        <pc:sldMkLst>
          <pc:docMk/>
          <pc:sldMk cId="1048293206" sldId="1019"/>
        </pc:sldMkLst>
      </pc:sldChg>
      <pc:sldChg chg="addSp delSp modSp add mod">
        <pc:chgData name="TOMIOKA Rio" userId="f1152ccc-8031-465f-b7e6-eeabb05e2b2e" providerId="ADAL" clId="{299C5F7C-B140-EC4F-BCDF-E3728387E6EC}" dt="2024-03-26T16:48:28.482" v="7539" actId="207"/>
        <pc:sldMkLst>
          <pc:docMk/>
          <pc:sldMk cId="3987850575" sldId="1020"/>
        </pc:sldMkLst>
      </pc:sldChg>
      <pc:sldChg chg="addSp delSp modSp add mod">
        <pc:chgData name="TOMIOKA Rio" userId="f1152ccc-8031-465f-b7e6-eeabb05e2b2e" providerId="ADAL" clId="{299C5F7C-B140-EC4F-BCDF-E3728387E6EC}" dt="2024-03-26T16:44:37.870" v="7512"/>
        <pc:sldMkLst>
          <pc:docMk/>
          <pc:sldMk cId="3575684410" sldId="1021"/>
        </pc:sldMkLst>
      </pc:sldChg>
      <pc:sldChg chg="delSp modSp add del mod">
        <pc:chgData name="TOMIOKA Rio" userId="f1152ccc-8031-465f-b7e6-eeabb05e2b2e" providerId="ADAL" clId="{299C5F7C-B140-EC4F-BCDF-E3728387E6EC}" dt="2024-03-26T16:47:16.210" v="7534" actId="2696"/>
        <pc:sldMkLst>
          <pc:docMk/>
          <pc:sldMk cId="1352437721" sldId="1022"/>
        </pc:sldMkLst>
      </pc:sldChg>
      <pc:sldChg chg="delSp modSp add mod">
        <pc:chgData name="TOMIOKA Rio" userId="f1152ccc-8031-465f-b7e6-eeabb05e2b2e" providerId="ADAL" clId="{299C5F7C-B140-EC4F-BCDF-E3728387E6EC}" dt="2024-03-26T16:48:42.612" v="7541" actId="207"/>
        <pc:sldMkLst>
          <pc:docMk/>
          <pc:sldMk cId="377723006" sldId="1023"/>
        </pc:sldMkLst>
      </pc:sldChg>
      <pc:sldChg chg="addSp delSp modSp new mod">
        <pc:chgData name="TOMIOKA Rio" userId="f1152ccc-8031-465f-b7e6-eeabb05e2b2e" providerId="ADAL" clId="{299C5F7C-B140-EC4F-BCDF-E3728387E6EC}" dt="2024-03-27T02:59:02.800" v="17376" actId="20577"/>
        <pc:sldMkLst>
          <pc:docMk/>
          <pc:sldMk cId="2440936362" sldId="1024"/>
        </pc:sldMkLst>
      </pc:sldChg>
      <pc:sldChg chg="addSp delSp modSp new mod">
        <pc:chgData name="TOMIOKA Rio" userId="f1152ccc-8031-465f-b7e6-eeabb05e2b2e" providerId="ADAL" clId="{299C5F7C-B140-EC4F-BCDF-E3728387E6EC}" dt="2024-03-26T17:02:28.937" v="8178" actId="20577"/>
        <pc:sldMkLst>
          <pc:docMk/>
          <pc:sldMk cId="3546637351" sldId="1025"/>
        </pc:sldMkLst>
      </pc:sldChg>
      <pc:sldChg chg="addSp delSp modSp add mod">
        <pc:chgData name="TOMIOKA Rio" userId="f1152ccc-8031-465f-b7e6-eeabb05e2b2e" providerId="ADAL" clId="{299C5F7C-B140-EC4F-BCDF-E3728387E6EC}" dt="2024-03-27T02:59:53.573" v="17380" actId="207"/>
        <pc:sldMkLst>
          <pc:docMk/>
          <pc:sldMk cId="3078259043" sldId="1026"/>
        </pc:sldMkLst>
      </pc:sldChg>
      <pc:sldChg chg="addSp delSp modSp add mod">
        <pc:chgData name="TOMIOKA Rio" userId="f1152ccc-8031-465f-b7e6-eeabb05e2b2e" providerId="ADAL" clId="{299C5F7C-B140-EC4F-BCDF-E3728387E6EC}" dt="2024-03-27T03:44:47.840" v="17583" actId="14826"/>
        <pc:sldMkLst>
          <pc:docMk/>
          <pc:sldMk cId="1292352334" sldId="1027"/>
        </pc:sldMkLst>
      </pc:sldChg>
      <pc:sldChg chg="addSp delSp modSp new del mod">
        <pc:chgData name="TOMIOKA Rio" userId="f1152ccc-8031-465f-b7e6-eeabb05e2b2e" providerId="ADAL" clId="{299C5F7C-B140-EC4F-BCDF-E3728387E6EC}" dt="2024-03-26T17:36:49.605" v="9365" actId="2696"/>
        <pc:sldMkLst>
          <pc:docMk/>
          <pc:sldMk cId="2738710136" sldId="1028"/>
        </pc:sldMkLst>
      </pc:sldChg>
      <pc:sldChg chg="addSp modSp new mod">
        <pc:chgData name="TOMIOKA Rio" userId="f1152ccc-8031-465f-b7e6-eeabb05e2b2e" providerId="ADAL" clId="{299C5F7C-B140-EC4F-BCDF-E3728387E6EC}" dt="2024-03-27T03:44:59.588" v="17584" actId="14826"/>
        <pc:sldMkLst>
          <pc:docMk/>
          <pc:sldMk cId="2608448361" sldId="1029"/>
        </pc:sldMkLst>
      </pc:sldChg>
      <pc:sldChg chg="addSp modSp new mod">
        <pc:chgData name="TOMIOKA Rio" userId="f1152ccc-8031-465f-b7e6-eeabb05e2b2e" providerId="ADAL" clId="{299C5F7C-B140-EC4F-BCDF-E3728387E6EC}" dt="2024-03-27T02:58:03.435" v="17351" actId="1036"/>
        <pc:sldMkLst>
          <pc:docMk/>
          <pc:sldMk cId="1491351656" sldId="1030"/>
        </pc:sldMkLst>
      </pc:sldChg>
      <pc:sldChg chg="addSp delSp modSp add del mod delAnim modAnim">
        <pc:chgData name="TOMIOKA Rio" userId="f1152ccc-8031-465f-b7e6-eeabb05e2b2e" providerId="ADAL" clId="{299C5F7C-B140-EC4F-BCDF-E3728387E6EC}" dt="2024-03-26T17:51:52.923" v="10308" actId="2696"/>
        <pc:sldMkLst>
          <pc:docMk/>
          <pc:sldMk cId="48008899" sldId="1031"/>
        </pc:sldMkLst>
      </pc:sldChg>
      <pc:sldChg chg="addSp delSp modSp add del mod addAnim delAnim">
        <pc:chgData name="TOMIOKA Rio" userId="f1152ccc-8031-465f-b7e6-eeabb05e2b2e" providerId="ADAL" clId="{299C5F7C-B140-EC4F-BCDF-E3728387E6EC}" dt="2024-03-26T17:50:16.582" v="10263" actId="2890"/>
        <pc:sldMkLst>
          <pc:docMk/>
          <pc:sldMk cId="355495420" sldId="1031"/>
        </pc:sldMkLst>
      </pc:sldChg>
      <pc:sldChg chg="addSp delSp modSp add mod">
        <pc:chgData name="TOMIOKA Rio" userId="f1152ccc-8031-465f-b7e6-eeabb05e2b2e" providerId="ADAL" clId="{299C5F7C-B140-EC4F-BCDF-E3728387E6EC}" dt="2024-03-26T22:46:34.514" v="10503" actId="20577"/>
        <pc:sldMkLst>
          <pc:docMk/>
          <pc:sldMk cId="3438641266" sldId="1031"/>
        </pc:sldMkLst>
      </pc:sldChg>
      <pc:sldChg chg="modSp add mod modNotesTx">
        <pc:chgData name="TOMIOKA Rio" userId="f1152ccc-8031-465f-b7e6-eeabb05e2b2e" providerId="ADAL" clId="{299C5F7C-B140-EC4F-BCDF-E3728387E6EC}" dt="2024-03-27T04:37:46.744" v="17706" actId="20577"/>
        <pc:sldMkLst>
          <pc:docMk/>
          <pc:sldMk cId="1533653404" sldId="1032"/>
        </pc:sldMkLst>
      </pc:sldChg>
      <pc:sldChg chg="addSp delSp modSp add mod">
        <pc:chgData name="TOMIOKA Rio" userId="f1152ccc-8031-465f-b7e6-eeabb05e2b2e" providerId="ADAL" clId="{299C5F7C-B140-EC4F-BCDF-E3728387E6EC}" dt="2024-03-27T03:22:32.155" v="17571" actId="20577"/>
        <pc:sldMkLst>
          <pc:docMk/>
          <pc:sldMk cId="4015840435" sldId="1033"/>
        </pc:sldMkLst>
      </pc:sldChg>
      <pc:sldChg chg="addSp modSp add mod modTransition modAnim">
        <pc:chgData name="TOMIOKA Rio" userId="f1152ccc-8031-465f-b7e6-eeabb05e2b2e" providerId="ADAL" clId="{299C5F7C-B140-EC4F-BCDF-E3728387E6EC}" dt="2024-03-26T23:10:52.191" v="11128" actId="20577"/>
        <pc:sldMkLst>
          <pc:docMk/>
          <pc:sldMk cId="1745477780" sldId="1034"/>
        </pc:sldMkLst>
      </pc:sldChg>
      <pc:sldChg chg="addSp delSp modSp add mod">
        <pc:chgData name="TOMIOKA Rio" userId="f1152ccc-8031-465f-b7e6-eeabb05e2b2e" providerId="ADAL" clId="{299C5F7C-B140-EC4F-BCDF-E3728387E6EC}" dt="2024-03-27T02:49:47.669" v="17232" actId="1038"/>
        <pc:sldMkLst>
          <pc:docMk/>
          <pc:sldMk cId="918194046" sldId="1035"/>
        </pc:sldMkLst>
      </pc:sldChg>
      <pc:sldChg chg="modSp add mod">
        <pc:chgData name="TOMIOKA Rio" userId="f1152ccc-8031-465f-b7e6-eeabb05e2b2e" providerId="ADAL" clId="{299C5F7C-B140-EC4F-BCDF-E3728387E6EC}" dt="2024-03-26T23:42:21.239" v="11998" actId="207"/>
        <pc:sldMkLst>
          <pc:docMk/>
          <pc:sldMk cId="1641617387" sldId="1036"/>
        </pc:sldMkLst>
      </pc:sldChg>
      <pc:sldChg chg="addSp delSp modSp add del mod">
        <pc:chgData name="TOMIOKA Rio" userId="f1152ccc-8031-465f-b7e6-eeabb05e2b2e" providerId="ADAL" clId="{299C5F7C-B140-EC4F-BCDF-E3728387E6EC}" dt="2024-03-26T23:41:49.857" v="11993" actId="2696"/>
        <pc:sldMkLst>
          <pc:docMk/>
          <pc:sldMk cId="3540882330" sldId="1036"/>
        </pc:sldMkLst>
      </pc:sldChg>
      <pc:sldChg chg="addSp delSp modSp new del mod">
        <pc:chgData name="TOMIOKA Rio" userId="f1152ccc-8031-465f-b7e6-eeabb05e2b2e" providerId="ADAL" clId="{299C5F7C-B140-EC4F-BCDF-E3728387E6EC}" dt="2024-03-26T23:41:49.857" v="11993" actId="2696"/>
        <pc:sldMkLst>
          <pc:docMk/>
          <pc:sldMk cId="1974006756" sldId="1037"/>
        </pc:sldMkLst>
      </pc:sldChg>
      <pc:sldChg chg="add del">
        <pc:chgData name="TOMIOKA Rio" userId="f1152ccc-8031-465f-b7e6-eeabb05e2b2e" providerId="ADAL" clId="{299C5F7C-B140-EC4F-BCDF-E3728387E6EC}" dt="2024-03-26T23:41:57.415" v="11995" actId="2696"/>
        <pc:sldMkLst>
          <pc:docMk/>
          <pc:sldMk cId="2039948827" sldId="1037"/>
        </pc:sldMkLst>
      </pc:sldChg>
      <pc:sldChg chg="add mod modShow">
        <pc:chgData name="TOMIOKA Rio" userId="f1152ccc-8031-465f-b7e6-eeabb05e2b2e" providerId="ADAL" clId="{299C5F7C-B140-EC4F-BCDF-E3728387E6EC}" dt="2024-03-26T23:42:06.323" v="11997" actId="729"/>
        <pc:sldMkLst>
          <pc:docMk/>
          <pc:sldMk cId="3223170854" sldId="1037"/>
        </pc:sldMkLst>
      </pc:sldChg>
      <pc:sldChg chg="modSp new mod">
        <pc:chgData name="TOMIOKA Rio" userId="f1152ccc-8031-465f-b7e6-eeabb05e2b2e" providerId="ADAL" clId="{299C5F7C-B140-EC4F-BCDF-E3728387E6EC}" dt="2024-03-26T23:46:39.214" v="12414" actId="207"/>
        <pc:sldMkLst>
          <pc:docMk/>
          <pc:sldMk cId="2788851625" sldId="1038"/>
        </pc:sldMkLst>
      </pc:sldChg>
      <pc:sldChg chg="addSp modSp new mod">
        <pc:chgData name="TOMIOKA Rio" userId="f1152ccc-8031-465f-b7e6-eeabb05e2b2e" providerId="ADAL" clId="{299C5F7C-B140-EC4F-BCDF-E3728387E6EC}" dt="2024-03-26T23:53:17.134" v="12812" actId="20577"/>
        <pc:sldMkLst>
          <pc:docMk/>
          <pc:sldMk cId="1428630653" sldId="1039"/>
        </pc:sldMkLst>
      </pc:sldChg>
      <pc:sldChg chg="addSp delSp modSp new del mod">
        <pc:chgData name="TOMIOKA Rio" userId="f1152ccc-8031-465f-b7e6-eeabb05e2b2e" providerId="ADAL" clId="{299C5F7C-B140-EC4F-BCDF-E3728387E6EC}" dt="2024-03-26T23:52:13.529" v="12754" actId="2696"/>
        <pc:sldMkLst>
          <pc:docMk/>
          <pc:sldMk cId="3166875622" sldId="1040"/>
        </pc:sldMkLst>
      </pc:sldChg>
      <pc:sldChg chg="addSp delSp modSp new mod">
        <pc:chgData name="TOMIOKA Rio" userId="f1152ccc-8031-465f-b7e6-eeabb05e2b2e" providerId="ADAL" clId="{299C5F7C-B140-EC4F-BCDF-E3728387E6EC}" dt="2024-03-27T01:02:40.485" v="13547" actId="242"/>
        <pc:sldMkLst>
          <pc:docMk/>
          <pc:sldMk cId="4104541635" sldId="1040"/>
        </pc:sldMkLst>
      </pc:sldChg>
      <pc:sldChg chg="addSp modSp new mod">
        <pc:chgData name="TOMIOKA Rio" userId="f1152ccc-8031-465f-b7e6-eeabb05e2b2e" providerId="ADAL" clId="{299C5F7C-B140-EC4F-BCDF-E3728387E6EC}" dt="2024-03-26T23:59:31.207" v="13143" actId="207"/>
        <pc:sldMkLst>
          <pc:docMk/>
          <pc:sldMk cId="4233295582" sldId="1041"/>
        </pc:sldMkLst>
      </pc:sldChg>
      <pc:sldChg chg="addSp delSp modSp new mod delAnim modAnim">
        <pc:chgData name="TOMIOKA Rio" userId="f1152ccc-8031-465f-b7e6-eeabb05e2b2e" providerId="ADAL" clId="{299C5F7C-B140-EC4F-BCDF-E3728387E6EC}" dt="2024-03-27T01:11:26.301" v="14065" actId="478"/>
        <pc:sldMkLst>
          <pc:docMk/>
          <pc:sldMk cId="466554489" sldId="1042"/>
        </pc:sldMkLst>
      </pc:sldChg>
      <pc:sldChg chg="modSp add mod modTransition modAnim">
        <pc:chgData name="TOMIOKA Rio" userId="f1152ccc-8031-465f-b7e6-eeabb05e2b2e" providerId="ADAL" clId="{299C5F7C-B140-EC4F-BCDF-E3728387E6EC}" dt="2024-03-27T01:15:19.608" v="14250" actId="207"/>
        <pc:sldMkLst>
          <pc:docMk/>
          <pc:sldMk cId="3660975098" sldId="1043"/>
        </pc:sldMkLst>
      </pc:sldChg>
      <pc:sldChg chg="delSp modSp add mod modTransition delAnim">
        <pc:chgData name="TOMIOKA Rio" userId="f1152ccc-8031-465f-b7e6-eeabb05e2b2e" providerId="ADAL" clId="{299C5F7C-B140-EC4F-BCDF-E3728387E6EC}" dt="2024-03-27T01:14:44.939" v="14249" actId="207"/>
        <pc:sldMkLst>
          <pc:docMk/>
          <pc:sldMk cId="984067941" sldId="1044"/>
        </pc:sldMkLst>
      </pc:sldChg>
      <pc:sldChg chg="delSp modSp add del mod">
        <pc:chgData name="TOMIOKA Rio" userId="f1152ccc-8031-465f-b7e6-eeabb05e2b2e" providerId="ADAL" clId="{299C5F7C-B140-EC4F-BCDF-E3728387E6EC}" dt="2024-03-27T01:26:12.235" v="15229" actId="2696"/>
        <pc:sldMkLst>
          <pc:docMk/>
          <pc:sldMk cId="2366610871" sldId="1045"/>
        </pc:sldMkLst>
      </pc:sldChg>
      <pc:sldChg chg="addSp delSp modSp add mod">
        <pc:chgData name="TOMIOKA Rio" userId="f1152ccc-8031-465f-b7e6-eeabb05e2b2e" providerId="ADAL" clId="{299C5F7C-B140-EC4F-BCDF-E3728387E6EC}" dt="2024-03-27T03:45:13.751" v="17585" actId="14826"/>
        <pc:sldMkLst>
          <pc:docMk/>
          <pc:sldMk cId="2683182165" sldId="1045"/>
        </pc:sldMkLst>
      </pc:sldChg>
      <pc:sldChg chg="addSp delSp modSp add mod ord">
        <pc:chgData name="TOMIOKA Rio" userId="f1152ccc-8031-465f-b7e6-eeabb05e2b2e" providerId="ADAL" clId="{299C5F7C-B140-EC4F-BCDF-E3728387E6EC}" dt="2024-03-27T01:25:58.980" v="15226" actId="20578"/>
        <pc:sldMkLst>
          <pc:docMk/>
          <pc:sldMk cId="591849683" sldId="1046"/>
        </pc:sldMkLst>
      </pc:sldChg>
      <pc:sldChg chg="addSp modSp add mod">
        <pc:chgData name="TOMIOKA Rio" userId="f1152ccc-8031-465f-b7e6-eeabb05e2b2e" providerId="ADAL" clId="{299C5F7C-B140-EC4F-BCDF-E3728387E6EC}" dt="2024-03-27T01:29:31.315" v="15271" actId="207"/>
        <pc:sldMkLst>
          <pc:docMk/>
          <pc:sldMk cId="1064298478" sldId="1047"/>
        </pc:sldMkLst>
      </pc:sldChg>
      <pc:sldChg chg="add del">
        <pc:chgData name="TOMIOKA Rio" userId="f1152ccc-8031-465f-b7e6-eeabb05e2b2e" providerId="ADAL" clId="{299C5F7C-B140-EC4F-BCDF-E3728387E6EC}" dt="2024-03-27T01:26:35.340" v="15240" actId="2696"/>
        <pc:sldMkLst>
          <pc:docMk/>
          <pc:sldMk cId="430654118" sldId="1048"/>
        </pc:sldMkLst>
      </pc:sldChg>
      <pc:sldChg chg="addSp modSp add mod">
        <pc:chgData name="TOMIOKA Rio" userId="f1152ccc-8031-465f-b7e6-eeabb05e2b2e" providerId="ADAL" clId="{299C5F7C-B140-EC4F-BCDF-E3728387E6EC}" dt="2024-03-27T01:32:21.940" v="15516"/>
        <pc:sldMkLst>
          <pc:docMk/>
          <pc:sldMk cId="3180043606" sldId="1049"/>
        </pc:sldMkLst>
      </pc:sldChg>
      <pc:sldChg chg="modSp new mod">
        <pc:chgData name="TOMIOKA Rio" userId="f1152ccc-8031-465f-b7e6-eeabb05e2b2e" providerId="ADAL" clId="{299C5F7C-B140-EC4F-BCDF-E3728387E6EC}" dt="2024-03-27T01:37:37.054" v="16359" actId="122"/>
        <pc:sldMkLst>
          <pc:docMk/>
          <pc:sldMk cId="2308138685" sldId="1050"/>
        </pc:sldMkLst>
      </pc:sldChg>
      <pc:sldChg chg="add del">
        <pc:chgData name="TOMIOKA Rio" userId="f1152ccc-8031-465f-b7e6-eeabb05e2b2e" providerId="ADAL" clId="{299C5F7C-B140-EC4F-BCDF-E3728387E6EC}" dt="2024-03-27T01:29:46.500" v="15273" actId="2696"/>
        <pc:sldMkLst>
          <pc:docMk/>
          <pc:sldMk cId="2584957116" sldId="1050"/>
        </pc:sldMkLst>
      </pc:sldChg>
      <pc:sldChg chg="modSp add mod">
        <pc:chgData name="TOMIOKA Rio" userId="f1152ccc-8031-465f-b7e6-eeabb05e2b2e" providerId="ADAL" clId="{299C5F7C-B140-EC4F-BCDF-E3728387E6EC}" dt="2024-03-27T02:44:05.506" v="16904" actId="11"/>
        <pc:sldMkLst>
          <pc:docMk/>
          <pc:sldMk cId="213344301" sldId="1051"/>
        </pc:sldMkLst>
      </pc:sldChg>
    </pc:docChg>
  </pc:docChgLst>
  <pc:docChgLst>
    <pc:chgData name="TOMIOKA Rio" userId="f1152ccc-8031-465f-b7e6-eeabb05e2b2e" providerId="ADAL" clId="{9B5007D5-D6E8-D448-92E2-1C4F04D9CA11}"/>
    <pc:docChg chg="undo custSel addSld delSld modSld sldOrd">
      <pc:chgData name="TOMIOKA Rio" userId="f1152ccc-8031-465f-b7e6-eeabb05e2b2e" providerId="ADAL" clId="{9B5007D5-D6E8-D448-92E2-1C4F04D9CA11}" dt="2025-06-13T06:16:01.484" v="5793" actId="20577"/>
      <pc:docMkLst>
        <pc:docMk/>
      </pc:docMkLst>
      <pc:sldChg chg="del">
        <pc:chgData name="TOMIOKA Rio" userId="f1152ccc-8031-465f-b7e6-eeabb05e2b2e" providerId="ADAL" clId="{9B5007D5-D6E8-D448-92E2-1C4F04D9CA11}" dt="2025-06-12T07:02:12.030" v="12" actId="2696"/>
        <pc:sldMkLst>
          <pc:docMk/>
          <pc:sldMk cId="1651437810" sldId="866"/>
        </pc:sldMkLst>
      </pc:sldChg>
      <pc:sldChg chg="del">
        <pc:chgData name="TOMIOKA Rio" userId="f1152ccc-8031-465f-b7e6-eeabb05e2b2e" providerId="ADAL" clId="{9B5007D5-D6E8-D448-92E2-1C4F04D9CA11}" dt="2025-06-12T07:02:12.187" v="27" actId="2696"/>
        <pc:sldMkLst>
          <pc:docMk/>
          <pc:sldMk cId="3463881480" sldId="919"/>
        </pc:sldMkLst>
      </pc:sldChg>
      <pc:sldChg chg="modSp del mod">
        <pc:chgData name="TOMIOKA Rio" userId="f1152ccc-8031-465f-b7e6-eeabb05e2b2e" providerId="ADAL" clId="{9B5007D5-D6E8-D448-92E2-1C4F04D9CA11}" dt="2025-06-12T07:02:12.419" v="59" actId="2696"/>
        <pc:sldMkLst>
          <pc:docMk/>
          <pc:sldMk cId="1375557163" sldId="920"/>
        </pc:sldMkLst>
      </pc:sldChg>
      <pc:sldChg chg="del">
        <pc:chgData name="TOMIOKA Rio" userId="f1152ccc-8031-465f-b7e6-eeabb05e2b2e" providerId="ADAL" clId="{9B5007D5-D6E8-D448-92E2-1C4F04D9CA11}" dt="2025-06-12T07:02:12.131" v="20" actId="2696"/>
        <pc:sldMkLst>
          <pc:docMk/>
          <pc:sldMk cId="3086191408" sldId="924"/>
        </pc:sldMkLst>
      </pc:sldChg>
      <pc:sldChg chg="del">
        <pc:chgData name="TOMIOKA Rio" userId="f1152ccc-8031-465f-b7e6-eeabb05e2b2e" providerId="ADAL" clId="{9B5007D5-D6E8-D448-92E2-1C4F04D9CA11}" dt="2025-06-12T07:02:12.186" v="26" actId="2696"/>
        <pc:sldMkLst>
          <pc:docMk/>
          <pc:sldMk cId="2659450393" sldId="926"/>
        </pc:sldMkLst>
      </pc:sldChg>
      <pc:sldChg chg="del">
        <pc:chgData name="TOMIOKA Rio" userId="f1152ccc-8031-465f-b7e6-eeabb05e2b2e" providerId="ADAL" clId="{9B5007D5-D6E8-D448-92E2-1C4F04D9CA11}" dt="2025-06-12T07:02:12.241" v="47" actId="2696"/>
        <pc:sldMkLst>
          <pc:docMk/>
          <pc:sldMk cId="4221341010" sldId="931"/>
        </pc:sldMkLst>
      </pc:sldChg>
      <pc:sldChg chg="del">
        <pc:chgData name="TOMIOKA Rio" userId="f1152ccc-8031-465f-b7e6-eeabb05e2b2e" providerId="ADAL" clId="{9B5007D5-D6E8-D448-92E2-1C4F04D9CA11}" dt="2025-06-12T07:02:12.067" v="16" actId="2696"/>
        <pc:sldMkLst>
          <pc:docMk/>
          <pc:sldMk cId="2397549021" sldId="939"/>
        </pc:sldMkLst>
      </pc:sldChg>
      <pc:sldChg chg="del">
        <pc:chgData name="TOMIOKA Rio" userId="f1152ccc-8031-465f-b7e6-eeabb05e2b2e" providerId="ADAL" clId="{9B5007D5-D6E8-D448-92E2-1C4F04D9CA11}" dt="2025-06-12T07:02:12.232" v="40" actId="2696"/>
        <pc:sldMkLst>
          <pc:docMk/>
          <pc:sldMk cId="2249282510" sldId="940"/>
        </pc:sldMkLst>
      </pc:sldChg>
      <pc:sldChg chg="del">
        <pc:chgData name="TOMIOKA Rio" userId="f1152ccc-8031-465f-b7e6-eeabb05e2b2e" providerId="ADAL" clId="{9B5007D5-D6E8-D448-92E2-1C4F04D9CA11}" dt="2025-06-12T07:02:12.217" v="31" actId="2696"/>
        <pc:sldMkLst>
          <pc:docMk/>
          <pc:sldMk cId="2405983940" sldId="941"/>
        </pc:sldMkLst>
      </pc:sldChg>
      <pc:sldChg chg="del">
        <pc:chgData name="TOMIOKA Rio" userId="f1152ccc-8031-465f-b7e6-eeabb05e2b2e" providerId="ADAL" clId="{9B5007D5-D6E8-D448-92E2-1C4F04D9CA11}" dt="2025-06-12T07:02:12.225" v="36" actId="2696"/>
        <pc:sldMkLst>
          <pc:docMk/>
          <pc:sldMk cId="4236053431" sldId="944"/>
        </pc:sldMkLst>
      </pc:sldChg>
      <pc:sldChg chg="del">
        <pc:chgData name="TOMIOKA Rio" userId="f1152ccc-8031-465f-b7e6-eeabb05e2b2e" providerId="ADAL" clId="{9B5007D5-D6E8-D448-92E2-1C4F04D9CA11}" dt="2025-06-12T07:02:12.239" v="45" actId="2696"/>
        <pc:sldMkLst>
          <pc:docMk/>
          <pc:sldMk cId="331018898" sldId="946"/>
        </pc:sldMkLst>
      </pc:sldChg>
      <pc:sldChg chg="del">
        <pc:chgData name="TOMIOKA Rio" userId="f1152ccc-8031-465f-b7e6-eeabb05e2b2e" providerId="ADAL" clId="{9B5007D5-D6E8-D448-92E2-1C4F04D9CA11}" dt="2025-06-12T07:02:12.460" v="72" actId="2696"/>
        <pc:sldMkLst>
          <pc:docMk/>
          <pc:sldMk cId="13376035" sldId="951"/>
        </pc:sldMkLst>
      </pc:sldChg>
      <pc:sldChg chg="del">
        <pc:chgData name="TOMIOKA Rio" userId="f1152ccc-8031-465f-b7e6-eeabb05e2b2e" providerId="ADAL" clId="{9B5007D5-D6E8-D448-92E2-1C4F04D9CA11}" dt="2025-06-12T07:02:12.326" v="55" actId="2696"/>
        <pc:sldMkLst>
          <pc:docMk/>
          <pc:sldMk cId="225776349" sldId="952"/>
        </pc:sldMkLst>
      </pc:sldChg>
      <pc:sldChg chg="del">
        <pc:chgData name="TOMIOKA Rio" userId="f1152ccc-8031-465f-b7e6-eeabb05e2b2e" providerId="ADAL" clId="{9B5007D5-D6E8-D448-92E2-1C4F04D9CA11}" dt="2025-06-12T07:02:12.322" v="52" actId="2696"/>
        <pc:sldMkLst>
          <pc:docMk/>
          <pc:sldMk cId="330570625" sldId="953"/>
        </pc:sldMkLst>
      </pc:sldChg>
      <pc:sldChg chg="del">
        <pc:chgData name="TOMIOKA Rio" userId="f1152ccc-8031-465f-b7e6-eeabb05e2b2e" providerId="ADAL" clId="{9B5007D5-D6E8-D448-92E2-1C4F04D9CA11}" dt="2025-06-12T07:02:12.218" v="32" actId="2696"/>
        <pc:sldMkLst>
          <pc:docMk/>
          <pc:sldMk cId="786532839" sldId="1364"/>
        </pc:sldMkLst>
      </pc:sldChg>
      <pc:sldChg chg="del">
        <pc:chgData name="TOMIOKA Rio" userId="f1152ccc-8031-465f-b7e6-eeabb05e2b2e" providerId="ADAL" clId="{9B5007D5-D6E8-D448-92E2-1C4F04D9CA11}" dt="2025-06-12T07:02:12.069" v="17" actId="2696"/>
        <pc:sldMkLst>
          <pc:docMk/>
          <pc:sldMk cId="3150578311" sldId="1366"/>
        </pc:sldMkLst>
      </pc:sldChg>
      <pc:sldChg chg="del">
        <pc:chgData name="TOMIOKA Rio" userId="f1152ccc-8031-465f-b7e6-eeabb05e2b2e" providerId="ADAL" clId="{9B5007D5-D6E8-D448-92E2-1C4F04D9CA11}" dt="2025-06-12T07:02:12.136" v="23" actId="2696"/>
        <pc:sldMkLst>
          <pc:docMk/>
          <pc:sldMk cId="1874668713" sldId="1367"/>
        </pc:sldMkLst>
      </pc:sldChg>
      <pc:sldChg chg="del">
        <pc:chgData name="TOMIOKA Rio" userId="f1152ccc-8031-465f-b7e6-eeabb05e2b2e" providerId="ADAL" clId="{9B5007D5-D6E8-D448-92E2-1C4F04D9CA11}" dt="2025-06-12T07:02:12.428" v="67" actId="2696"/>
        <pc:sldMkLst>
          <pc:docMk/>
          <pc:sldMk cId="4209188467" sldId="1368"/>
        </pc:sldMkLst>
      </pc:sldChg>
      <pc:sldChg chg="del">
        <pc:chgData name="TOMIOKA Rio" userId="f1152ccc-8031-465f-b7e6-eeabb05e2b2e" providerId="ADAL" clId="{9B5007D5-D6E8-D448-92E2-1C4F04D9CA11}" dt="2025-06-12T07:02:12.230" v="39" actId="2696"/>
        <pc:sldMkLst>
          <pc:docMk/>
          <pc:sldMk cId="2807133621" sldId="1370"/>
        </pc:sldMkLst>
      </pc:sldChg>
      <pc:sldChg chg="del">
        <pc:chgData name="TOMIOKA Rio" userId="f1152ccc-8031-465f-b7e6-eeabb05e2b2e" providerId="ADAL" clId="{9B5007D5-D6E8-D448-92E2-1C4F04D9CA11}" dt="2025-06-12T07:02:12.417" v="58" actId="2696"/>
        <pc:sldMkLst>
          <pc:docMk/>
          <pc:sldMk cId="1579756096" sldId="1397"/>
        </pc:sldMkLst>
      </pc:sldChg>
      <pc:sldChg chg="del">
        <pc:chgData name="TOMIOKA Rio" userId="f1152ccc-8031-465f-b7e6-eeabb05e2b2e" providerId="ADAL" clId="{9B5007D5-D6E8-D448-92E2-1C4F04D9CA11}" dt="2025-06-12T07:02:12.321" v="51" actId="2696"/>
        <pc:sldMkLst>
          <pc:docMk/>
          <pc:sldMk cId="2058439896" sldId="1448"/>
        </pc:sldMkLst>
      </pc:sldChg>
      <pc:sldChg chg="del">
        <pc:chgData name="TOMIOKA Rio" userId="f1152ccc-8031-465f-b7e6-eeabb05e2b2e" providerId="ADAL" clId="{9B5007D5-D6E8-D448-92E2-1C4F04D9CA11}" dt="2025-06-12T07:02:12.461" v="73" actId="2696"/>
        <pc:sldMkLst>
          <pc:docMk/>
          <pc:sldMk cId="1953720285" sldId="1449"/>
        </pc:sldMkLst>
      </pc:sldChg>
      <pc:sldChg chg="del">
        <pc:chgData name="TOMIOKA Rio" userId="f1152ccc-8031-465f-b7e6-eeabb05e2b2e" providerId="ADAL" clId="{9B5007D5-D6E8-D448-92E2-1C4F04D9CA11}" dt="2025-06-12T07:02:12.425" v="65" actId="2696"/>
        <pc:sldMkLst>
          <pc:docMk/>
          <pc:sldMk cId="2795068100" sldId="1450"/>
        </pc:sldMkLst>
      </pc:sldChg>
      <pc:sldChg chg="del">
        <pc:chgData name="TOMIOKA Rio" userId="f1152ccc-8031-465f-b7e6-eeabb05e2b2e" providerId="ADAL" clId="{9B5007D5-D6E8-D448-92E2-1C4F04D9CA11}" dt="2025-06-12T07:02:12.032" v="13" actId="2696"/>
        <pc:sldMkLst>
          <pc:docMk/>
          <pc:sldMk cId="1222900793" sldId="1451"/>
        </pc:sldMkLst>
      </pc:sldChg>
      <pc:sldChg chg="del">
        <pc:chgData name="TOMIOKA Rio" userId="f1152ccc-8031-465f-b7e6-eeabb05e2b2e" providerId="ADAL" clId="{9B5007D5-D6E8-D448-92E2-1C4F04D9CA11}" dt="2025-06-12T07:02:12.416" v="57" actId="2696"/>
        <pc:sldMkLst>
          <pc:docMk/>
          <pc:sldMk cId="280942773" sldId="1452"/>
        </pc:sldMkLst>
      </pc:sldChg>
      <pc:sldChg chg="del">
        <pc:chgData name="TOMIOKA Rio" userId="f1152ccc-8031-465f-b7e6-eeabb05e2b2e" providerId="ADAL" clId="{9B5007D5-D6E8-D448-92E2-1C4F04D9CA11}" dt="2025-06-12T07:02:12.129" v="19" actId="2696"/>
        <pc:sldMkLst>
          <pc:docMk/>
          <pc:sldMk cId="2051937319" sldId="1453"/>
        </pc:sldMkLst>
      </pc:sldChg>
      <pc:sldChg chg="del">
        <pc:chgData name="TOMIOKA Rio" userId="f1152ccc-8031-465f-b7e6-eeabb05e2b2e" providerId="ADAL" clId="{9B5007D5-D6E8-D448-92E2-1C4F04D9CA11}" dt="2025-06-12T07:02:12.319" v="50" actId="2696"/>
        <pc:sldMkLst>
          <pc:docMk/>
          <pc:sldMk cId="251177031" sldId="1454"/>
        </pc:sldMkLst>
      </pc:sldChg>
      <pc:sldChg chg="del">
        <pc:chgData name="TOMIOKA Rio" userId="f1152ccc-8031-465f-b7e6-eeabb05e2b2e" providerId="ADAL" clId="{9B5007D5-D6E8-D448-92E2-1C4F04D9CA11}" dt="2025-06-12T07:02:12.431" v="70" actId="2696"/>
        <pc:sldMkLst>
          <pc:docMk/>
          <pc:sldMk cId="2586717087" sldId="1455"/>
        </pc:sldMkLst>
      </pc:sldChg>
      <pc:sldChg chg="del">
        <pc:chgData name="TOMIOKA Rio" userId="f1152ccc-8031-465f-b7e6-eeabb05e2b2e" providerId="ADAL" clId="{9B5007D5-D6E8-D448-92E2-1C4F04D9CA11}" dt="2025-06-12T07:02:12.429" v="68" actId="2696"/>
        <pc:sldMkLst>
          <pc:docMk/>
          <pc:sldMk cId="817331288" sldId="1456"/>
        </pc:sldMkLst>
      </pc:sldChg>
      <pc:sldChg chg="del">
        <pc:chgData name="TOMIOKA Rio" userId="f1152ccc-8031-465f-b7e6-eeabb05e2b2e" providerId="ADAL" clId="{9B5007D5-D6E8-D448-92E2-1C4F04D9CA11}" dt="2025-06-12T07:02:12.463" v="74" actId="2696"/>
        <pc:sldMkLst>
          <pc:docMk/>
          <pc:sldMk cId="3934592628" sldId="1457"/>
        </pc:sldMkLst>
      </pc:sldChg>
      <pc:sldChg chg="del">
        <pc:chgData name="TOMIOKA Rio" userId="f1152ccc-8031-465f-b7e6-eeabb05e2b2e" providerId="ADAL" clId="{9B5007D5-D6E8-D448-92E2-1C4F04D9CA11}" dt="2025-06-12T07:02:12.023" v="8" actId="2696"/>
        <pc:sldMkLst>
          <pc:docMk/>
          <pc:sldMk cId="3627152058" sldId="1458"/>
        </pc:sldMkLst>
      </pc:sldChg>
      <pc:sldChg chg="del">
        <pc:chgData name="TOMIOKA Rio" userId="f1152ccc-8031-465f-b7e6-eeabb05e2b2e" providerId="ADAL" clId="{9B5007D5-D6E8-D448-92E2-1C4F04D9CA11}" dt="2025-06-12T07:02:12.133" v="21" actId="2696"/>
        <pc:sldMkLst>
          <pc:docMk/>
          <pc:sldMk cId="561118923" sldId="1459"/>
        </pc:sldMkLst>
      </pc:sldChg>
      <pc:sldChg chg="del">
        <pc:chgData name="TOMIOKA Rio" userId="f1152ccc-8031-465f-b7e6-eeabb05e2b2e" providerId="ADAL" clId="{9B5007D5-D6E8-D448-92E2-1C4F04D9CA11}" dt="2025-06-12T07:02:12.234" v="42" actId="2696"/>
        <pc:sldMkLst>
          <pc:docMk/>
          <pc:sldMk cId="3840496207" sldId="1460"/>
        </pc:sldMkLst>
      </pc:sldChg>
      <pc:sldChg chg="del">
        <pc:chgData name="TOMIOKA Rio" userId="f1152ccc-8031-465f-b7e6-eeabb05e2b2e" providerId="ADAL" clId="{9B5007D5-D6E8-D448-92E2-1C4F04D9CA11}" dt="2025-06-12T07:02:11.966" v="3" actId="2696"/>
        <pc:sldMkLst>
          <pc:docMk/>
          <pc:sldMk cId="2995387197" sldId="1463"/>
        </pc:sldMkLst>
      </pc:sldChg>
      <pc:sldChg chg="del">
        <pc:chgData name="TOMIOKA Rio" userId="f1152ccc-8031-465f-b7e6-eeabb05e2b2e" providerId="ADAL" clId="{9B5007D5-D6E8-D448-92E2-1C4F04D9CA11}" dt="2025-06-12T07:02:12.464" v="75" actId="2696"/>
        <pc:sldMkLst>
          <pc:docMk/>
          <pc:sldMk cId="962471058" sldId="1464"/>
        </pc:sldMkLst>
      </pc:sldChg>
      <pc:sldChg chg="del">
        <pc:chgData name="TOMIOKA Rio" userId="f1152ccc-8031-465f-b7e6-eeabb05e2b2e" providerId="ADAL" clId="{9B5007D5-D6E8-D448-92E2-1C4F04D9CA11}" dt="2025-06-12T07:02:12.240" v="46" actId="2696"/>
        <pc:sldMkLst>
          <pc:docMk/>
          <pc:sldMk cId="2360812097" sldId="1466"/>
        </pc:sldMkLst>
      </pc:sldChg>
      <pc:sldChg chg="del">
        <pc:chgData name="TOMIOKA Rio" userId="f1152ccc-8031-465f-b7e6-eeabb05e2b2e" providerId="ADAL" clId="{9B5007D5-D6E8-D448-92E2-1C4F04D9CA11}" dt="2025-06-12T07:02:12.421" v="61" actId="2696"/>
        <pc:sldMkLst>
          <pc:docMk/>
          <pc:sldMk cId="2460479069" sldId="1469"/>
        </pc:sldMkLst>
      </pc:sldChg>
      <pc:sldChg chg="del">
        <pc:chgData name="TOMIOKA Rio" userId="f1152ccc-8031-465f-b7e6-eeabb05e2b2e" providerId="ADAL" clId="{9B5007D5-D6E8-D448-92E2-1C4F04D9CA11}" dt="2025-06-12T07:02:12.323" v="53" actId="2696"/>
        <pc:sldMkLst>
          <pc:docMk/>
          <pc:sldMk cId="2170744614" sldId="1470"/>
        </pc:sldMkLst>
      </pc:sldChg>
      <pc:sldChg chg="del">
        <pc:chgData name="TOMIOKA Rio" userId="f1152ccc-8031-465f-b7e6-eeabb05e2b2e" providerId="ADAL" clId="{9B5007D5-D6E8-D448-92E2-1C4F04D9CA11}" dt="2025-06-12T07:02:12.135" v="22" actId="2696"/>
        <pc:sldMkLst>
          <pc:docMk/>
          <pc:sldMk cId="3576727677" sldId="1471"/>
        </pc:sldMkLst>
      </pc:sldChg>
      <pc:sldChg chg="del">
        <pc:chgData name="TOMIOKA Rio" userId="f1152ccc-8031-465f-b7e6-eeabb05e2b2e" providerId="ADAL" clId="{9B5007D5-D6E8-D448-92E2-1C4F04D9CA11}" dt="2025-06-12T07:02:12.233" v="41" actId="2696"/>
        <pc:sldMkLst>
          <pc:docMk/>
          <pc:sldMk cId="2323416801" sldId="1472"/>
        </pc:sldMkLst>
      </pc:sldChg>
      <pc:sldChg chg="del">
        <pc:chgData name="TOMIOKA Rio" userId="f1152ccc-8031-465f-b7e6-eeabb05e2b2e" providerId="ADAL" clId="{9B5007D5-D6E8-D448-92E2-1C4F04D9CA11}" dt="2025-06-12T07:02:12.424" v="64" actId="2696"/>
        <pc:sldMkLst>
          <pc:docMk/>
          <pc:sldMk cId="2712361203" sldId="1473"/>
        </pc:sldMkLst>
      </pc:sldChg>
      <pc:sldChg chg="del">
        <pc:chgData name="TOMIOKA Rio" userId="f1152ccc-8031-465f-b7e6-eeabb05e2b2e" providerId="ADAL" clId="{9B5007D5-D6E8-D448-92E2-1C4F04D9CA11}" dt="2025-06-12T07:02:12.027" v="10" actId="2696"/>
        <pc:sldMkLst>
          <pc:docMk/>
          <pc:sldMk cId="3365820580" sldId="1475"/>
        </pc:sldMkLst>
      </pc:sldChg>
      <pc:sldChg chg="del">
        <pc:chgData name="TOMIOKA Rio" userId="f1152ccc-8031-465f-b7e6-eeabb05e2b2e" providerId="ADAL" clId="{9B5007D5-D6E8-D448-92E2-1C4F04D9CA11}" dt="2025-06-12T07:02:12.426" v="66" actId="2696"/>
        <pc:sldMkLst>
          <pc:docMk/>
          <pc:sldMk cId="837699886" sldId="1476"/>
        </pc:sldMkLst>
      </pc:sldChg>
      <pc:sldChg chg="del">
        <pc:chgData name="TOMIOKA Rio" userId="f1152ccc-8031-465f-b7e6-eeabb05e2b2e" providerId="ADAL" clId="{9B5007D5-D6E8-D448-92E2-1C4F04D9CA11}" dt="2025-06-12T07:02:12.184" v="25" actId="2696"/>
        <pc:sldMkLst>
          <pc:docMk/>
          <pc:sldMk cId="255423301" sldId="1477"/>
        </pc:sldMkLst>
      </pc:sldChg>
      <pc:sldChg chg="del">
        <pc:chgData name="TOMIOKA Rio" userId="f1152ccc-8031-465f-b7e6-eeabb05e2b2e" providerId="ADAL" clId="{9B5007D5-D6E8-D448-92E2-1C4F04D9CA11}" dt="2025-06-12T07:02:12.189" v="28" actId="2696"/>
        <pc:sldMkLst>
          <pc:docMk/>
          <pc:sldMk cId="3163060228" sldId="1478"/>
        </pc:sldMkLst>
      </pc:sldChg>
      <pc:sldChg chg="del">
        <pc:chgData name="TOMIOKA Rio" userId="f1152ccc-8031-465f-b7e6-eeabb05e2b2e" providerId="ADAL" clId="{9B5007D5-D6E8-D448-92E2-1C4F04D9CA11}" dt="2025-06-12T07:02:12.228" v="38" actId="2696"/>
        <pc:sldMkLst>
          <pc:docMk/>
          <pc:sldMk cId="1538406715" sldId="1479"/>
        </pc:sldMkLst>
      </pc:sldChg>
      <pc:sldChg chg="del">
        <pc:chgData name="TOMIOKA Rio" userId="f1152ccc-8031-465f-b7e6-eeabb05e2b2e" providerId="ADAL" clId="{9B5007D5-D6E8-D448-92E2-1C4F04D9CA11}" dt="2025-06-12T07:02:12.422" v="62" actId="2696"/>
        <pc:sldMkLst>
          <pc:docMk/>
          <pc:sldMk cId="1009694019" sldId="1481"/>
        </pc:sldMkLst>
      </pc:sldChg>
      <pc:sldChg chg="del">
        <pc:chgData name="TOMIOKA Rio" userId="f1152ccc-8031-465f-b7e6-eeabb05e2b2e" providerId="ADAL" clId="{9B5007D5-D6E8-D448-92E2-1C4F04D9CA11}" dt="2025-06-12T07:02:12.423" v="63" actId="2696"/>
        <pc:sldMkLst>
          <pc:docMk/>
          <pc:sldMk cId="1245874023" sldId="1487"/>
        </pc:sldMkLst>
      </pc:sldChg>
      <pc:sldChg chg="del">
        <pc:chgData name="TOMIOKA Rio" userId="f1152ccc-8031-465f-b7e6-eeabb05e2b2e" providerId="ADAL" clId="{9B5007D5-D6E8-D448-92E2-1C4F04D9CA11}" dt="2025-06-12T07:02:12.220" v="34" actId="2696"/>
        <pc:sldMkLst>
          <pc:docMk/>
          <pc:sldMk cId="1139958188" sldId="1489"/>
        </pc:sldMkLst>
      </pc:sldChg>
      <pc:sldChg chg="del">
        <pc:chgData name="TOMIOKA Rio" userId="f1152ccc-8031-465f-b7e6-eeabb05e2b2e" providerId="ADAL" clId="{9B5007D5-D6E8-D448-92E2-1C4F04D9CA11}" dt="2025-06-12T07:02:12.243" v="48" actId="2696"/>
        <pc:sldMkLst>
          <pc:docMk/>
          <pc:sldMk cId="750905215" sldId="1490"/>
        </pc:sldMkLst>
      </pc:sldChg>
      <pc:sldChg chg="del">
        <pc:chgData name="TOMIOKA Rio" userId="f1152ccc-8031-465f-b7e6-eeabb05e2b2e" providerId="ADAL" clId="{9B5007D5-D6E8-D448-92E2-1C4F04D9CA11}" dt="2025-06-12T07:02:12.034" v="14" actId="2696"/>
        <pc:sldMkLst>
          <pc:docMk/>
          <pc:sldMk cId="3351840623" sldId="1492"/>
        </pc:sldMkLst>
      </pc:sldChg>
      <pc:sldChg chg="del">
        <pc:chgData name="TOMIOKA Rio" userId="f1152ccc-8031-465f-b7e6-eeabb05e2b2e" providerId="ADAL" clId="{9B5007D5-D6E8-D448-92E2-1C4F04D9CA11}" dt="2025-06-12T07:02:11.996" v="5" actId="2696"/>
        <pc:sldMkLst>
          <pc:docMk/>
          <pc:sldMk cId="3354496417" sldId="1493"/>
        </pc:sldMkLst>
      </pc:sldChg>
      <pc:sldChg chg="del">
        <pc:chgData name="TOMIOKA Rio" userId="f1152ccc-8031-465f-b7e6-eeabb05e2b2e" providerId="ADAL" clId="{9B5007D5-D6E8-D448-92E2-1C4F04D9CA11}" dt="2025-06-12T07:02:11.960" v="1" actId="2696"/>
        <pc:sldMkLst>
          <pc:docMk/>
          <pc:sldMk cId="1921275570" sldId="1498"/>
        </pc:sldMkLst>
      </pc:sldChg>
      <pc:sldChg chg="add del">
        <pc:chgData name="TOMIOKA Rio" userId="f1152ccc-8031-465f-b7e6-eeabb05e2b2e" providerId="ADAL" clId="{9B5007D5-D6E8-D448-92E2-1C4F04D9CA11}" dt="2025-06-13T06:05:23.441" v="5228" actId="2696"/>
        <pc:sldMkLst>
          <pc:docMk/>
          <pc:sldMk cId="767062328" sldId="1499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258665843" sldId="1500"/>
        </pc:sldMkLst>
      </pc:sldChg>
      <pc:sldChg chg="modSp add del mod">
        <pc:chgData name="TOMIOKA Rio" userId="f1152ccc-8031-465f-b7e6-eeabb05e2b2e" providerId="ADAL" clId="{9B5007D5-D6E8-D448-92E2-1C4F04D9CA11}" dt="2025-06-13T06:15:20.116" v="5776" actId="5793"/>
        <pc:sldMkLst>
          <pc:docMk/>
          <pc:sldMk cId="1242448314" sldId="1501"/>
        </pc:sldMkLst>
      </pc:sldChg>
      <pc:sldChg chg="add del">
        <pc:chgData name="TOMIOKA Rio" userId="f1152ccc-8031-465f-b7e6-eeabb05e2b2e" providerId="ADAL" clId="{9B5007D5-D6E8-D448-92E2-1C4F04D9CA11}" dt="2025-06-13T06:05:27.597" v="5229" actId="2696"/>
        <pc:sldMkLst>
          <pc:docMk/>
          <pc:sldMk cId="1321630634" sldId="1504"/>
        </pc:sldMkLst>
      </pc:sldChg>
      <pc:sldChg chg="add del">
        <pc:chgData name="TOMIOKA Rio" userId="f1152ccc-8031-465f-b7e6-eeabb05e2b2e" providerId="ADAL" clId="{9B5007D5-D6E8-D448-92E2-1C4F04D9CA11}" dt="2025-06-13T05:55:06.063" v="4951" actId="2696"/>
        <pc:sldMkLst>
          <pc:docMk/>
          <pc:sldMk cId="2439234498" sldId="1505"/>
        </pc:sldMkLst>
      </pc:sldChg>
      <pc:sldChg chg="modSp add del mod modClrScheme chgLayout">
        <pc:chgData name="TOMIOKA Rio" userId="f1152ccc-8031-465f-b7e6-eeabb05e2b2e" providerId="ADAL" clId="{9B5007D5-D6E8-D448-92E2-1C4F04D9CA11}" dt="2025-06-13T05:54:58.109" v="4950" actId="2696"/>
        <pc:sldMkLst>
          <pc:docMk/>
          <pc:sldMk cId="3800749921" sldId="1508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1234152884" sldId="1509"/>
        </pc:sldMkLst>
      </pc:sldChg>
      <pc:sldChg chg="addSp delSp modSp add del mod">
        <pc:chgData name="TOMIOKA Rio" userId="f1152ccc-8031-465f-b7e6-eeabb05e2b2e" providerId="ADAL" clId="{9B5007D5-D6E8-D448-92E2-1C4F04D9CA11}" dt="2025-06-13T06:02:20.751" v="5202" actId="1076"/>
        <pc:sldMkLst>
          <pc:docMk/>
          <pc:sldMk cId="2463396928" sldId="1510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1379499874" sldId="1512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541369649" sldId="1513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1027786732" sldId="1514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380047922" sldId="1515"/>
        </pc:sldMkLst>
      </pc:sldChg>
      <pc:sldChg chg="modSp add del mod modClrScheme chgLayout">
        <pc:chgData name="TOMIOKA Rio" userId="f1152ccc-8031-465f-b7e6-eeabb05e2b2e" providerId="ADAL" clId="{9B5007D5-D6E8-D448-92E2-1C4F04D9CA11}" dt="2025-06-13T05:54:56.476" v="4949" actId="2696"/>
        <pc:sldMkLst>
          <pc:docMk/>
          <pc:sldMk cId="1258424399" sldId="1516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4231389394" sldId="1517"/>
        </pc:sldMkLst>
      </pc:sldChg>
      <pc:sldChg chg="add del">
        <pc:chgData name="TOMIOKA Rio" userId="f1152ccc-8031-465f-b7e6-eeabb05e2b2e" providerId="ADAL" clId="{9B5007D5-D6E8-D448-92E2-1C4F04D9CA11}" dt="2025-06-12T13:13:50.497" v="528" actId="2696"/>
        <pc:sldMkLst>
          <pc:docMk/>
          <pc:sldMk cId="1342601546" sldId="1520"/>
        </pc:sldMkLst>
      </pc:sldChg>
      <pc:sldChg chg="add del">
        <pc:chgData name="TOMIOKA Rio" userId="f1152ccc-8031-465f-b7e6-eeabb05e2b2e" providerId="ADAL" clId="{9B5007D5-D6E8-D448-92E2-1C4F04D9CA11}" dt="2025-06-12T12:33:13.092" v="499" actId="2696"/>
        <pc:sldMkLst>
          <pc:docMk/>
          <pc:sldMk cId="1494571578" sldId="1520"/>
        </pc:sldMkLst>
      </pc:sldChg>
      <pc:sldChg chg="del">
        <pc:chgData name="TOMIOKA Rio" userId="f1152ccc-8031-465f-b7e6-eeabb05e2b2e" providerId="ADAL" clId="{9B5007D5-D6E8-D448-92E2-1C4F04D9CA11}" dt="2025-06-12T07:02:12.226" v="37" actId="2696"/>
        <pc:sldMkLst>
          <pc:docMk/>
          <pc:sldMk cId="1404743294" sldId="1523"/>
        </pc:sldMkLst>
      </pc:sldChg>
      <pc:sldChg chg="add del">
        <pc:chgData name="TOMIOKA Rio" userId="f1152ccc-8031-465f-b7e6-eeabb05e2b2e" providerId="ADAL" clId="{9B5007D5-D6E8-D448-92E2-1C4F04D9CA11}" dt="2025-06-12T13:13:17.932" v="502"/>
        <pc:sldMkLst>
          <pc:docMk/>
          <pc:sldMk cId="809364378" sldId="1525"/>
        </pc:sldMkLst>
      </pc:sldChg>
      <pc:sldChg chg="add del">
        <pc:chgData name="TOMIOKA Rio" userId="f1152ccc-8031-465f-b7e6-eeabb05e2b2e" providerId="ADAL" clId="{9B5007D5-D6E8-D448-92E2-1C4F04D9CA11}" dt="2025-06-13T06:05:23.429" v="5227" actId="2696"/>
        <pc:sldMkLst>
          <pc:docMk/>
          <pc:sldMk cId="2297686622" sldId="1526"/>
        </pc:sldMkLst>
      </pc:sldChg>
      <pc:sldChg chg="del">
        <pc:chgData name="TOMIOKA Rio" userId="f1152ccc-8031-465f-b7e6-eeabb05e2b2e" providerId="ADAL" clId="{9B5007D5-D6E8-D448-92E2-1C4F04D9CA11}" dt="2025-06-12T07:02:12.070" v="18" actId="2696"/>
        <pc:sldMkLst>
          <pc:docMk/>
          <pc:sldMk cId="4233179282" sldId="1527"/>
        </pc:sldMkLst>
      </pc:sldChg>
      <pc:sldChg chg="del">
        <pc:chgData name="TOMIOKA Rio" userId="f1152ccc-8031-465f-b7e6-eeabb05e2b2e" providerId="ADAL" clId="{9B5007D5-D6E8-D448-92E2-1C4F04D9CA11}" dt="2025-06-12T07:02:12.029" v="11" actId="2696"/>
        <pc:sldMkLst>
          <pc:docMk/>
          <pc:sldMk cId="3173873830" sldId="1528"/>
        </pc:sldMkLst>
      </pc:sldChg>
      <pc:sldChg chg="del">
        <pc:chgData name="TOMIOKA Rio" userId="f1152ccc-8031-465f-b7e6-eeabb05e2b2e" providerId="ADAL" clId="{9B5007D5-D6E8-D448-92E2-1C4F04D9CA11}" dt="2025-06-12T07:02:11.998" v="6" actId="2696"/>
        <pc:sldMkLst>
          <pc:docMk/>
          <pc:sldMk cId="955670250" sldId="1529"/>
        </pc:sldMkLst>
      </pc:sldChg>
      <pc:sldChg chg="del">
        <pc:chgData name="TOMIOKA Rio" userId="f1152ccc-8031-465f-b7e6-eeabb05e2b2e" providerId="ADAL" clId="{9B5007D5-D6E8-D448-92E2-1C4F04D9CA11}" dt="2025-06-12T07:02:12" v="7" actId="2696"/>
        <pc:sldMkLst>
          <pc:docMk/>
          <pc:sldMk cId="1321991718" sldId="1530"/>
        </pc:sldMkLst>
      </pc:sldChg>
      <pc:sldChg chg="del">
        <pc:chgData name="TOMIOKA Rio" userId="f1152ccc-8031-465f-b7e6-eeabb05e2b2e" providerId="ADAL" clId="{9B5007D5-D6E8-D448-92E2-1C4F04D9CA11}" dt="2025-06-12T07:02:12.430" v="69" actId="2696"/>
        <pc:sldMkLst>
          <pc:docMk/>
          <pc:sldMk cId="3200762817" sldId="1531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2115252128" sldId="1532"/>
        </pc:sldMkLst>
      </pc:sldChg>
      <pc:sldChg chg="add del">
        <pc:chgData name="TOMIOKA Rio" userId="f1152ccc-8031-465f-b7e6-eeabb05e2b2e" providerId="ADAL" clId="{9B5007D5-D6E8-D448-92E2-1C4F04D9CA11}" dt="2025-06-12T13:13:50.514" v="535" actId="2696"/>
        <pc:sldMkLst>
          <pc:docMk/>
          <pc:sldMk cId="3552283615" sldId="1532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2270841612" sldId="1533"/>
        </pc:sldMkLst>
      </pc:sldChg>
      <pc:sldChg chg="add del">
        <pc:chgData name="TOMIOKA Rio" userId="f1152ccc-8031-465f-b7e6-eeabb05e2b2e" providerId="ADAL" clId="{9B5007D5-D6E8-D448-92E2-1C4F04D9CA11}" dt="2025-06-12T13:13:50.503" v="533" actId="2696"/>
        <pc:sldMkLst>
          <pc:docMk/>
          <pc:sldMk cId="3356262354" sldId="1533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591122457" sldId="1534"/>
        </pc:sldMkLst>
      </pc:sldChg>
      <pc:sldChg chg="add del">
        <pc:chgData name="TOMIOKA Rio" userId="f1152ccc-8031-465f-b7e6-eeabb05e2b2e" providerId="ADAL" clId="{9B5007D5-D6E8-D448-92E2-1C4F04D9CA11}" dt="2025-06-12T13:13:50.499" v="529" actId="2696"/>
        <pc:sldMkLst>
          <pc:docMk/>
          <pc:sldMk cId="3883559927" sldId="1534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897206656" sldId="1535"/>
        </pc:sldMkLst>
      </pc:sldChg>
      <pc:sldChg chg="add del">
        <pc:chgData name="TOMIOKA Rio" userId="f1152ccc-8031-465f-b7e6-eeabb05e2b2e" providerId="ADAL" clId="{9B5007D5-D6E8-D448-92E2-1C4F04D9CA11}" dt="2025-06-12T13:13:50.500" v="530" actId="2696"/>
        <pc:sldMkLst>
          <pc:docMk/>
          <pc:sldMk cId="3787271965" sldId="1535"/>
        </pc:sldMkLst>
      </pc:sldChg>
      <pc:sldChg chg="add del">
        <pc:chgData name="TOMIOKA Rio" userId="f1152ccc-8031-465f-b7e6-eeabb05e2b2e" providerId="ADAL" clId="{9B5007D5-D6E8-D448-92E2-1C4F04D9CA11}" dt="2025-06-12T13:13:50.501" v="531" actId="2696"/>
        <pc:sldMkLst>
          <pc:docMk/>
          <pc:sldMk cId="844399441" sldId="1536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2409945749" sldId="1536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726509096" sldId="1537"/>
        </pc:sldMkLst>
      </pc:sldChg>
      <pc:sldChg chg="add del">
        <pc:chgData name="TOMIOKA Rio" userId="f1152ccc-8031-465f-b7e6-eeabb05e2b2e" providerId="ADAL" clId="{9B5007D5-D6E8-D448-92E2-1C4F04D9CA11}" dt="2025-06-12T13:13:50.502" v="532" actId="2696"/>
        <pc:sldMkLst>
          <pc:docMk/>
          <pc:sldMk cId="2748798509" sldId="1537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2725897347" sldId="1538"/>
        </pc:sldMkLst>
      </pc:sldChg>
      <pc:sldChg chg="add del">
        <pc:chgData name="TOMIOKA Rio" userId="f1152ccc-8031-465f-b7e6-eeabb05e2b2e" providerId="ADAL" clId="{9B5007D5-D6E8-D448-92E2-1C4F04D9CA11}" dt="2025-06-12T13:13:50.504" v="534" actId="2696"/>
        <pc:sldMkLst>
          <pc:docMk/>
          <pc:sldMk cId="3934685524" sldId="1538"/>
        </pc:sldMkLst>
      </pc:sldChg>
      <pc:sldChg chg="del">
        <pc:chgData name="TOMIOKA Rio" userId="f1152ccc-8031-465f-b7e6-eeabb05e2b2e" providerId="ADAL" clId="{9B5007D5-D6E8-D448-92E2-1C4F04D9CA11}" dt="2025-06-12T12:33:13.092" v="499" actId="2696"/>
        <pc:sldMkLst>
          <pc:docMk/>
          <pc:sldMk cId="821185881" sldId="1539"/>
        </pc:sldMkLst>
      </pc:sldChg>
      <pc:sldChg chg="add del">
        <pc:chgData name="TOMIOKA Rio" userId="f1152ccc-8031-465f-b7e6-eeabb05e2b2e" providerId="ADAL" clId="{9B5007D5-D6E8-D448-92E2-1C4F04D9CA11}" dt="2025-06-12T13:13:50.520" v="536" actId="2696"/>
        <pc:sldMkLst>
          <pc:docMk/>
          <pc:sldMk cId="3206424276" sldId="1539"/>
        </pc:sldMkLst>
      </pc:sldChg>
      <pc:sldChg chg="modSp mod">
        <pc:chgData name="TOMIOKA Rio" userId="f1152ccc-8031-465f-b7e6-eeabb05e2b2e" providerId="ADAL" clId="{9B5007D5-D6E8-D448-92E2-1C4F04D9CA11}" dt="2025-06-12T07:02:21.701" v="78" actId="20577"/>
        <pc:sldMkLst>
          <pc:docMk/>
          <pc:sldMk cId="2476757361" sldId="1540"/>
        </pc:sldMkLst>
        <pc:spChg chg="mod">
          <ac:chgData name="TOMIOKA Rio" userId="f1152ccc-8031-465f-b7e6-eeabb05e2b2e" providerId="ADAL" clId="{9B5007D5-D6E8-D448-92E2-1C4F04D9CA11}" dt="2025-06-12T07:02:21.701" v="78" actId="20577"/>
          <ac:spMkLst>
            <pc:docMk/>
            <pc:sldMk cId="2476757361" sldId="1540"/>
            <ac:spMk id="5" creationId="{5273AFB5-4A70-4260-E8EF-3F7FA6D9E137}"/>
          </ac:spMkLst>
        </pc:spChg>
      </pc:sldChg>
      <pc:sldChg chg="delSp modSp mod">
        <pc:chgData name="TOMIOKA Rio" userId="f1152ccc-8031-465f-b7e6-eeabb05e2b2e" providerId="ADAL" clId="{9B5007D5-D6E8-D448-92E2-1C4F04D9CA11}" dt="2025-06-12T12:27:27.162" v="207" actId="478"/>
        <pc:sldMkLst>
          <pc:docMk/>
          <pc:sldMk cId="3748464549" sldId="1541"/>
        </pc:sldMkLst>
      </pc:sldChg>
      <pc:sldChg chg="modSp mod ord">
        <pc:chgData name="TOMIOKA Rio" userId="f1152ccc-8031-465f-b7e6-eeabb05e2b2e" providerId="ADAL" clId="{9B5007D5-D6E8-D448-92E2-1C4F04D9CA11}" dt="2025-06-13T06:16:01.484" v="5793" actId="20577"/>
        <pc:sldMkLst>
          <pc:docMk/>
          <pc:sldMk cId="1195275481" sldId="1542"/>
        </pc:sldMkLst>
      </pc:sldChg>
      <pc:sldChg chg="modSp new del mod">
        <pc:chgData name="TOMIOKA Rio" userId="f1152ccc-8031-465f-b7e6-eeabb05e2b2e" providerId="ADAL" clId="{9B5007D5-D6E8-D448-92E2-1C4F04D9CA11}" dt="2025-06-12T15:27:25.704" v="1286" actId="2696"/>
        <pc:sldMkLst>
          <pc:docMk/>
          <pc:sldMk cId="801867986" sldId="1543"/>
        </pc:sldMkLst>
      </pc:sldChg>
      <pc:sldChg chg="new del">
        <pc:chgData name="TOMIOKA Rio" userId="f1152ccc-8031-465f-b7e6-eeabb05e2b2e" providerId="ADAL" clId="{9B5007D5-D6E8-D448-92E2-1C4F04D9CA11}" dt="2025-06-12T12:26:35.060" v="167" actId="2696"/>
        <pc:sldMkLst>
          <pc:docMk/>
          <pc:sldMk cId="1203624277" sldId="1543"/>
        </pc:sldMkLst>
      </pc:sldChg>
      <pc:sldChg chg="add">
        <pc:chgData name="TOMIOKA Rio" userId="f1152ccc-8031-465f-b7e6-eeabb05e2b2e" providerId="ADAL" clId="{9B5007D5-D6E8-D448-92E2-1C4F04D9CA11}" dt="2025-06-12T12:27:47.731" v="210"/>
        <pc:sldMkLst>
          <pc:docMk/>
          <pc:sldMk cId="2427338150" sldId="1544"/>
        </pc:sldMkLst>
      </pc:sldChg>
      <pc:sldChg chg="add del">
        <pc:chgData name="TOMIOKA Rio" userId="f1152ccc-8031-465f-b7e6-eeabb05e2b2e" providerId="ADAL" clId="{9B5007D5-D6E8-D448-92E2-1C4F04D9CA11}" dt="2025-06-12T13:14:21.302" v="537" actId="2696"/>
        <pc:sldMkLst>
          <pc:docMk/>
          <pc:sldMk cId="4086663173" sldId="1545"/>
        </pc:sldMkLst>
      </pc:sldChg>
      <pc:sldChg chg="new del">
        <pc:chgData name="TOMIOKA Rio" userId="f1152ccc-8031-465f-b7e6-eeabb05e2b2e" providerId="ADAL" clId="{9B5007D5-D6E8-D448-92E2-1C4F04D9CA11}" dt="2025-06-12T12:28:06.476" v="213" actId="2696"/>
        <pc:sldMkLst>
          <pc:docMk/>
          <pc:sldMk cId="1438709474" sldId="1546"/>
        </pc:sldMkLst>
      </pc:sldChg>
      <pc:sldChg chg="modSp new del mod">
        <pc:chgData name="TOMIOKA Rio" userId="f1152ccc-8031-465f-b7e6-eeabb05e2b2e" providerId="ADAL" clId="{9B5007D5-D6E8-D448-92E2-1C4F04D9CA11}" dt="2025-06-12T13:14:21.308" v="538" actId="2696"/>
        <pc:sldMkLst>
          <pc:docMk/>
          <pc:sldMk cId="2567140406" sldId="1546"/>
        </pc:sldMkLst>
      </pc:sldChg>
      <pc:sldChg chg="modSp new del mod">
        <pc:chgData name="TOMIOKA Rio" userId="f1152ccc-8031-465f-b7e6-eeabb05e2b2e" providerId="ADAL" clId="{9B5007D5-D6E8-D448-92E2-1C4F04D9CA11}" dt="2025-06-12T13:14:21.314" v="539" actId="2696"/>
        <pc:sldMkLst>
          <pc:docMk/>
          <pc:sldMk cId="3478409740" sldId="1547"/>
        </pc:sldMkLst>
      </pc:sldChg>
      <pc:sldChg chg="modSp new del mod">
        <pc:chgData name="TOMIOKA Rio" userId="f1152ccc-8031-465f-b7e6-eeabb05e2b2e" providerId="ADAL" clId="{9B5007D5-D6E8-D448-92E2-1C4F04D9CA11}" dt="2025-06-12T13:14:21.320" v="540" actId="2696"/>
        <pc:sldMkLst>
          <pc:docMk/>
          <pc:sldMk cId="3905157873" sldId="1548"/>
        </pc:sldMkLst>
      </pc:sldChg>
      <pc:sldChg chg="modSp new del mod">
        <pc:chgData name="TOMIOKA Rio" userId="f1152ccc-8031-465f-b7e6-eeabb05e2b2e" providerId="ADAL" clId="{9B5007D5-D6E8-D448-92E2-1C4F04D9CA11}" dt="2025-06-12T13:14:21.325" v="541" actId="2696"/>
        <pc:sldMkLst>
          <pc:docMk/>
          <pc:sldMk cId="805890181" sldId="1549"/>
        </pc:sldMkLst>
      </pc:sldChg>
      <pc:sldChg chg="add">
        <pc:chgData name="TOMIOKA Rio" userId="f1152ccc-8031-465f-b7e6-eeabb05e2b2e" providerId="ADAL" clId="{9B5007D5-D6E8-D448-92E2-1C4F04D9CA11}" dt="2025-06-12T12:33:22.448" v="501"/>
        <pc:sldMkLst>
          <pc:docMk/>
          <pc:sldMk cId="322356569" sldId="1550"/>
        </pc:sldMkLst>
      </pc:sldChg>
      <pc:sldChg chg="modSp add mod">
        <pc:chgData name="TOMIOKA Rio" userId="f1152ccc-8031-465f-b7e6-eeabb05e2b2e" providerId="ADAL" clId="{9B5007D5-D6E8-D448-92E2-1C4F04D9CA11}" dt="2025-06-12T13:13:31.338" v="527" actId="20577"/>
        <pc:sldMkLst>
          <pc:docMk/>
          <pc:sldMk cId="3051992377" sldId="1551"/>
        </pc:sldMkLst>
      </pc:sldChg>
      <pc:sldChg chg="add del">
        <pc:chgData name="TOMIOKA Rio" userId="f1152ccc-8031-465f-b7e6-eeabb05e2b2e" providerId="ADAL" clId="{9B5007D5-D6E8-D448-92E2-1C4F04D9CA11}" dt="2025-06-12T15:27:59.400" v="1289" actId="2696"/>
        <pc:sldMkLst>
          <pc:docMk/>
          <pc:sldMk cId="745473384" sldId="1552"/>
        </pc:sldMkLst>
      </pc:sldChg>
      <pc:sldChg chg="addSp modSp new del mod">
        <pc:chgData name="TOMIOKA Rio" userId="f1152ccc-8031-465f-b7e6-eeabb05e2b2e" providerId="ADAL" clId="{9B5007D5-D6E8-D448-92E2-1C4F04D9CA11}" dt="2025-06-12T15:27:16.667" v="1284" actId="2696"/>
        <pc:sldMkLst>
          <pc:docMk/>
          <pc:sldMk cId="3395215735" sldId="1552"/>
        </pc:sldMkLst>
      </pc:sldChg>
      <pc:sldChg chg="modSp new mod modShow">
        <pc:chgData name="TOMIOKA Rio" userId="f1152ccc-8031-465f-b7e6-eeabb05e2b2e" providerId="ADAL" clId="{9B5007D5-D6E8-D448-92E2-1C4F04D9CA11}" dt="2025-06-12T15:40:46.142" v="1721" actId="729"/>
        <pc:sldMkLst>
          <pc:docMk/>
          <pc:sldMk cId="3696015331" sldId="1552"/>
        </pc:sldMkLst>
      </pc:sldChg>
      <pc:sldChg chg="new del">
        <pc:chgData name="TOMIOKA Rio" userId="f1152ccc-8031-465f-b7e6-eeabb05e2b2e" providerId="ADAL" clId="{9B5007D5-D6E8-D448-92E2-1C4F04D9CA11}" dt="2025-06-12T15:27:53.635" v="1288" actId="2696"/>
        <pc:sldMkLst>
          <pc:docMk/>
          <pc:sldMk cId="2603138687" sldId="1553"/>
        </pc:sldMkLst>
      </pc:sldChg>
      <pc:sldChg chg="modSp new mod modShow">
        <pc:chgData name="TOMIOKA Rio" userId="f1152ccc-8031-465f-b7e6-eeabb05e2b2e" providerId="ADAL" clId="{9B5007D5-D6E8-D448-92E2-1C4F04D9CA11}" dt="2025-06-12T15:40:46.142" v="1721" actId="729"/>
        <pc:sldMkLst>
          <pc:docMk/>
          <pc:sldMk cId="4213673690" sldId="1553"/>
        </pc:sldMkLst>
      </pc:sldChg>
      <pc:sldChg chg="new del">
        <pc:chgData name="TOMIOKA Rio" userId="f1152ccc-8031-465f-b7e6-eeabb05e2b2e" providerId="ADAL" clId="{9B5007D5-D6E8-D448-92E2-1C4F04D9CA11}" dt="2025-06-12T15:40:42.513" v="1720" actId="2696"/>
        <pc:sldMkLst>
          <pc:docMk/>
          <pc:sldMk cId="904850332" sldId="1554"/>
        </pc:sldMkLst>
      </pc:sldChg>
      <pc:sldChg chg="addSp modSp new mod">
        <pc:chgData name="TOMIOKA Rio" userId="f1152ccc-8031-465f-b7e6-eeabb05e2b2e" providerId="ADAL" clId="{9B5007D5-D6E8-D448-92E2-1C4F04D9CA11}" dt="2025-06-13T05:43:50.329" v="4512" actId="20577"/>
        <pc:sldMkLst>
          <pc:docMk/>
          <pc:sldMk cId="956536528" sldId="1554"/>
        </pc:sldMkLst>
      </pc:sldChg>
      <pc:sldChg chg="modSp add del mod">
        <pc:chgData name="TOMIOKA Rio" userId="f1152ccc-8031-465f-b7e6-eeabb05e2b2e" providerId="ADAL" clId="{9B5007D5-D6E8-D448-92E2-1C4F04D9CA11}" dt="2025-06-12T16:02:35.142" v="2615" actId="2696"/>
        <pc:sldMkLst>
          <pc:docMk/>
          <pc:sldMk cId="1043171803" sldId="1555"/>
        </pc:sldMkLst>
      </pc:sldChg>
      <pc:sldChg chg="modSp new mod">
        <pc:chgData name="TOMIOKA Rio" userId="f1152ccc-8031-465f-b7e6-eeabb05e2b2e" providerId="ADAL" clId="{9B5007D5-D6E8-D448-92E2-1C4F04D9CA11}" dt="2025-06-13T02:42:46.607" v="4434" actId="20577"/>
        <pc:sldMkLst>
          <pc:docMk/>
          <pc:sldMk cId="3504056894" sldId="1555"/>
        </pc:sldMkLst>
      </pc:sldChg>
      <pc:sldChg chg="modSp new mod">
        <pc:chgData name="TOMIOKA Rio" userId="f1152ccc-8031-465f-b7e6-eeabb05e2b2e" providerId="ADAL" clId="{9B5007D5-D6E8-D448-92E2-1C4F04D9CA11}" dt="2025-06-13T02:42:30.882" v="4388" actId="20577"/>
        <pc:sldMkLst>
          <pc:docMk/>
          <pc:sldMk cId="3675848644" sldId="1556"/>
        </pc:sldMkLst>
      </pc:sldChg>
      <pc:sldChg chg="modSp new mod">
        <pc:chgData name="TOMIOKA Rio" userId="f1152ccc-8031-465f-b7e6-eeabb05e2b2e" providerId="ADAL" clId="{9B5007D5-D6E8-D448-92E2-1C4F04D9CA11}" dt="2025-06-13T06:14:08.788" v="5774" actId="20577"/>
        <pc:sldMkLst>
          <pc:docMk/>
          <pc:sldMk cId="17219158" sldId="1557"/>
        </pc:sldMkLst>
      </pc:sldChg>
      <pc:sldChg chg="addSp delSp modSp add mod">
        <pc:chgData name="TOMIOKA Rio" userId="f1152ccc-8031-465f-b7e6-eeabb05e2b2e" providerId="ADAL" clId="{9B5007D5-D6E8-D448-92E2-1C4F04D9CA11}" dt="2025-06-13T05:51:55.451" v="4920" actId="1076"/>
        <pc:sldMkLst>
          <pc:docMk/>
          <pc:sldMk cId="3217483968" sldId="1558"/>
        </pc:sldMkLst>
      </pc:sldChg>
      <pc:sldChg chg="addSp delSp modSp add mod">
        <pc:chgData name="TOMIOKA Rio" userId="f1152ccc-8031-465f-b7e6-eeabb05e2b2e" providerId="ADAL" clId="{9B5007D5-D6E8-D448-92E2-1C4F04D9CA11}" dt="2025-06-13T05:58:32.056" v="5076" actId="20577"/>
        <pc:sldMkLst>
          <pc:docMk/>
          <pc:sldMk cId="3798173600" sldId="1559"/>
        </pc:sldMkLst>
      </pc:sldChg>
      <pc:sldChg chg="addSp delSp modSp new mod">
        <pc:chgData name="TOMIOKA Rio" userId="f1152ccc-8031-465f-b7e6-eeabb05e2b2e" providerId="ADAL" clId="{9B5007D5-D6E8-D448-92E2-1C4F04D9CA11}" dt="2025-06-13T06:13:21.461" v="5757" actId="122"/>
        <pc:sldMkLst>
          <pc:docMk/>
          <pc:sldMk cId="1188062502" sldId="1560"/>
        </pc:sldMkLst>
      </pc:sldChg>
    </pc:docChg>
  </pc:docChgLst>
  <pc:docChgLst>
    <pc:chgData name="TOMIOKA Rio" userId="f1152ccc-8031-465f-b7e6-eeabb05e2b2e" providerId="ADAL" clId="{F0AEA125-88EA-8B4B-AF8D-945373BA5360}"/>
    <pc:docChg chg="modSld">
      <pc:chgData name="TOMIOKA Rio" userId="f1152ccc-8031-465f-b7e6-eeabb05e2b2e" providerId="ADAL" clId="{F0AEA125-88EA-8B4B-AF8D-945373BA5360}" dt="2024-09-30T06:46:12.791" v="450" actId="20577"/>
      <pc:docMkLst>
        <pc:docMk/>
      </pc:docMkLst>
      <pc:sldChg chg="modNotesTx">
        <pc:chgData name="TOMIOKA Rio" userId="f1152ccc-8031-465f-b7e6-eeabb05e2b2e" providerId="ADAL" clId="{F0AEA125-88EA-8B4B-AF8D-945373BA5360}" dt="2024-09-30T06:46:12.791" v="450" actId="20577"/>
        <pc:sldMkLst>
          <pc:docMk/>
          <pc:sldMk cId="1101494658" sldId="1108"/>
        </pc:sldMkLst>
      </pc:sldChg>
      <pc:sldChg chg="addSp modSp mod modAnim">
        <pc:chgData name="TOMIOKA Rio" userId="f1152ccc-8031-465f-b7e6-eeabb05e2b2e" providerId="ADAL" clId="{F0AEA125-88EA-8B4B-AF8D-945373BA5360}" dt="2024-09-30T04:02:55.159" v="82" actId="207"/>
        <pc:sldMkLst>
          <pc:docMk/>
          <pc:sldMk cId="1623691308" sldId="1117"/>
        </pc:sldMkLst>
      </pc:sldChg>
    </pc:docChg>
  </pc:docChgLst>
  <pc:docChgLst>
    <pc:chgData name="TOMIOKA Rio" userId="f1152ccc-8031-465f-b7e6-eeabb05e2b2e" providerId="ADAL" clId="{F01FFAAD-2822-164B-AA92-E69960A011F3}"/>
    <pc:docChg chg="undo custSel addSld delSld modSld sldOrd">
      <pc:chgData name="TOMIOKA Rio" userId="f1152ccc-8031-465f-b7e6-eeabb05e2b2e" providerId="ADAL" clId="{F01FFAAD-2822-164B-AA92-E69960A011F3}" dt="2024-03-01T15:13:53.462" v="19689" actId="2696"/>
      <pc:docMkLst>
        <pc:docMk/>
      </pc:docMkLst>
      <pc:sldChg chg="modNotesTx">
        <pc:chgData name="TOMIOKA Rio" userId="f1152ccc-8031-465f-b7e6-eeabb05e2b2e" providerId="ADAL" clId="{F01FFAAD-2822-164B-AA92-E69960A011F3}" dt="2024-02-27T08:34:26.182" v="1961" actId="20577"/>
        <pc:sldMkLst>
          <pc:docMk/>
          <pc:sldMk cId="1878506968" sldId="861"/>
        </pc:sldMkLst>
      </pc:sldChg>
      <pc:sldChg chg="addSp modSp mod">
        <pc:chgData name="TOMIOKA Rio" userId="f1152ccc-8031-465f-b7e6-eeabb05e2b2e" providerId="ADAL" clId="{F01FFAAD-2822-164B-AA92-E69960A011F3}" dt="2024-02-29T08:40:28.765" v="7416" actId="1076"/>
        <pc:sldMkLst>
          <pc:docMk/>
          <pc:sldMk cId="1968680877" sldId="862"/>
        </pc:sldMkLst>
      </pc:sldChg>
      <pc:sldChg chg="addSp delSp modSp mod modNotesTx">
        <pc:chgData name="TOMIOKA Rio" userId="f1152ccc-8031-465f-b7e6-eeabb05e2b2e" providerId="ADAL" clId="{F01FFAAD-2822-164B-AA92-E69960A011F3}" dt="2024-03-01T05:59:47.769" v="14117" actId="207"/>
        <pc:sldMkLst>
          <pc:docMk/>
          <pc:sldMk cId="182629437" sldId="863"/>
        </pc:sldMkLst>
      </pc:sldChg>
      <pc:sldChg chg="modSp 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4284469902" sldId="864"/>
        </pc:sldMkLst>
      </pc:sldChg>
      <pc:sldChg chg="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3442437311" sldId="868"/>
        </pc:sldMkLst>
      </pc:sldChg>
      <pc:sldChg chg="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1125781074" sldId="870"/>
        </pc:sldMkLst>
      </pc:sldChg>
      <pc:sldChg chg="del">
        <pc:chgData name="TOMIOKA Rio" userId="f1152ccc-8031-465f-b7e6-eeabb05e2b2e" providerId="ADAL" clId="{F01FFAAD-2822-164B-AA92-E69960A011F3}" dt="2024-02-27T09:43:12.029" v="5318" actId="2696"/>
        <pc:sldMkLst>
          <pc:docMk/>
          <pc:sldMk cId="867538254" sldId="872"/>
        </pc:sldMkLst>
      </pc:sldChg>
      <pc:sldChg chg="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1589051127" sldId="873"/>
        </pc:sldMkLst>
      </pc:sldChg>
      <pc:sldChg chg="addSp delSp modSp mod">
        <pc:chgData name="TOMIOKA Rio" userId="f1152ccc-8031-465f-b7e6-eeabb05e2b2e" providerId="ADAL" clId="{F01FFAAD-2822-164B-AA92-E69960A011F3}" dt="2024-02-29T08:23:01.737" v="7078" actId="478"/>
        <pc:sldMkLst>
          <pc:docMk/>
          <pc:sldMk cId="536223012" sldId="874"/>
        </pc:sldMkLst>
      </pc:sldChg>
      <pc:sldChg chg="delSp modSp mod modNotesTx">
        <pc:chgData name="TOMIOKA Rio" userId="f1152ccc-8031-465f-b7e6-eeabb05e2b2e" providerId="ADAL" clId="{F01FFAAD-2822-164B-AA92-E69960A011F3}" dt="2024-02-27T09:48:53.670" v="6146" actId="20577"/>
        <pc:sldMkLst>
          <pc:docMk/>
          <pc:sldMk cId="3241147945" sldId="877"/>
        </pc:sldMkLst>
      </pc:sldChg>
      <pc:sldChg chg="del modNotesTx">
        <pc:chgData name="TOMIOKA Rio" userId="f1152ccc-8031-465f-b7e6-eeabb05e2b2e" providerId="ADAL" clId="{F01FFAAD-2822-164B-AA92-E69960A011F3}" dt="2024-02-27T08:45:59.923" v="3104" actId="2696"/>
        <pc:sldMkLst>
          <pc:docMk/>
          <pc:sldMk cId="974485013" sldId="878"/>
        </pc:sldMkLst>
      </pc:sldChg>
      <pc:sldChg chg="del">
        <pc:chgData name="TOMIOKA Rio" userId="f1152ccc-8031-465f-b7e6-eeabb05e2b2e" providerId="ADAL" clId="{F01FFAAD-2822-164B-AA92-E69960A011F3}" dt="2024-02-27T08:47:01.057" v="3215" actId="2696"/>
        <pc:sldMkLst>
          <pc:docMk/>
          <pc:sldMk cId="1453689828" sldId="879"/>
        </pc:sldMkLst>
      </pc:sldChg>
      <pc:sldChg chg="modNotesTx">
        <pc:chgData name="TOMIOKA Rio" userId="f1152ccc-8031-465f-b7e6-eeabb05e2b2e" providerId="ADAL" clId="{F01FFAAD-2822-164B-AA92-E69960A011F3}" dt="2024-02-27T13:37:21.782" v="7037" actId="5793"/>
        <pc:sldMkLst>
          <pc:docMk/>
          <pc:sldMk cId="1897972931" sldId="881"/>
        </pc:sldMkLst>
      </pc:sldChg>
      <pc:sldChg chg="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2444037343" sldId="882"/>
        </pc:sldMkLst>
      </pc:sldChg>
      <pc:sldChg chg="del">
        <pc:chgData name="TOMIOKA Rio" userId="f1152ccc-8031-465f-b7e6-eeabb05e2b2e" providerId="ADAL" clId="{F01FFAAD-2822-164B-AA92-E69960A011F3}" dt="2024-02-27T08:47:24.760" v="3222" actId="2696"/>
        <pc:sldMkLst>
          <pc:docMk/>
          <pc:sldMk cId="2680357894" sldId="883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2623412732" sldId="887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3591331849" sldId="889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90394759" sldId="890"/>
        </pc:sldMkLst>
      </pc:sldChg>
      <pc:sldChg chg="modSp del mod">
        <pc:chgData name="TOMIOKA Rio" userId="f1152ccc-8031-465f-b7e6-eeabb05e2b2e" providerId="ADAL" clId="{F01FFAAD-2822-164B-AA92-E69960A011F3}" dt="2024-02-27T08:17:22.651" v="16" actId="2696"/>
        <pc:sldMkLst>
          <pc:docMk/>
          <pc:sldMk cId="2470312836" sldId="896"/>
        </pc:sldMkLst>
      </pc:sldChg>
      <pc:sldChg chg="addSp modSp new 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1941939399" sldId="897"/>
        </pc:sldMkLst>
      </pc:sldChg>
      <pc:sldChg chg="modSp new 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2145379813" sldId="898"/>
        </pc:sldMkLst>
      </pc:sldChg>
      <pc:sldChg chg="modSp add mod modNotesTx">
        <pc:chgData name="TOMIOKA Rio" userId="f1152ccc-8031-465f-b7e6-eeabb05e2b2e" providerId="ADAL" clId="{F01FFAAD-2822-164B-AA92-E69960A011F3}" dt="2024-02-27T08:47:51.911" v="3230" actId="20577"/>
        <pc:sldMkLst>
          <pc:docMk/>
          <pc:sldMk cId="3425549292" sldId="899"/>
        </pc:sldMkLst>
      </pc:sldChg>
      <pc:sldChg chg="modSp add del mod">
        <pc:chgData name="TOMIOKA Rio" userId="f1152ccc-8031-465f-b7e6-eeabb05e2b2e" providerId="ADAL" clId="{F01FFAAD-2822-164B-AA92-E69960A011F3}" dt="2024-02-27T09:43:09.402" v="5317" actId="2696"/>
        <pc:sldMkLst>
          <pc:docMk/>
          <pc:sldMk cId="736401365" sldId="900"/>
        </pc:sldMkLst>
      </pc:sldChg>
      <pc:sldChg chg="modSp add 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2345895994" sldId="901"/>
        </pc:sldMkLst>
      </pc:sldChg>
      <pc:sldChg chg="add mod modShow modNotesTx">
        <pc:chgData name="TOMIOKA Rio" userId="f1152ccc-8031-465f-b7e6-eeabb05e2b2e" providerId="ADAL" clId="{F01FFAAD-2822-164B-AA92-E69960A011F3}" dt="2024-03-01T02:29:49.305" v="8609" actId="729"/>
        <pc:sldMkLst>
          <pc:docMk/>
          <pc:sldMk cId="2487444478" sldId="902"/>
        </pc:sldMkLst>
      </pc:sldChg>
      <pc:sldChg chg="add modNotesTx">
        <pc:chgData name="TOMIOKA Rio" userId="f1152ccc-8031-465f-b7e6-eeabb05e2b2e" providerId="ADAL" clId="{F01FFAAD-2822-164B-AA92-E69960A011F3}" dt="2024-02-27T13:29:33.119" v="6518" actId="20577"/>
        <pc:sldMkLst>
          <pc:docMk/>
          <pc:sldMk cId="1837192984" sldId="903"/>
        </pc:sldMkLst>
      </pc:sldChg>
      <pc:sldChg chg="modSp add del mod modNotesTx">
        <pc:chgData name="TOMIOKA Rio" userId="f1152ccc-8031-465f-b7e6-eeabb05e2b2e" providerId="ADAL" clId="{F01FFAAD-2822-164B-AA92-E69960A011F3}" dt="2024-02-27T09:51:17.549" v="6219" actId="2696"/>
        <pc:sldMkLst>
          <pc:docMk/>
          <pc:sldMk cId="944727537" sldId="904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2986092129" sldId="904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667643046" sldId="905"/>
        </pc:sldMkLst>
      </pc:sldChg>
      <pc:sldChg chg="modSp add del mod modNotesTx">
        <pc:chgData name="TOMIOKA Rio" userId="f1152ccc-8031-465f-b7e6-eeabb05e2b2e" providerId="ADAL" clId="{F01FFAAD-2822-164B-AA92-E69960A011F3}" dt="2024-02-27T13:26:25.033" v="6351" actId="2696"/>
        <pc:sldMkLst>
          <pc:docMk/>
          <pc:sldMk cId="1472333679" sldId="905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3762224334" sldId="906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1909201417" sldId="907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1722135487" sldId="908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1504863982" sldId="909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658572110" sldId="910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3288905190" sldId="912"/>
        </pc:sldMkLst>
      </pc:sldChg>
      <pc:sldChg chg="addSp delSp modSp new mod modShow">
        <pc:chgData name="TOMIOKA Rio" userId="f1152ccc-8031-465f-b7e6-eeabb05e2b2e" providerId="ADAL" clId="{F01FFAAD-2822-164B-AA92-E69960A011F3}" dt="2024-02-29T08:20:24.039" v="7051" actId="165"/>
        <pc:sldMkLst>
          <pc:docMk/>
          <pc:sldMk cId="1830710968" sldId="913"/>
        </pc:sldMkLst>
      </pc:sldChg>
      <pc:sldChg chg="addSp delSp modSp new mod modShow">
        <pc:chgData name="TOMIOKA Rio" userId="f1152ccc-8031-465f-b7e6-eeabb05e2b2e" providerId="ADAL" clId="{F01FFAAD-2822-164B-AA92-E69960A011F3}" dt="2024-02-29T08:23:11.815" v="7082" actId="729"/>
        <pc:sldMkLst>
          <pc:docMk/>
          <pc:sldMk cId="877404337" sldId="914"/>
        </pc:sldMkLst>
      </pc:sldChg>
      <pc:sldChg chg="delSp add mod">
        <pc:chgData name="TOMIOKA Rio" userId="f1152ccc-8031-465f-b7e6-eeabb05e2b2e" providerId="ADAL" clId="{F01FFAAD-2822-164B-AA92-E69960A011F3}" dt="2024-02-29T08:23:06.569" v="7080" actId="478"/>
        <pc:sldMkLst>
          <pc:docMk/>
          <pc:sldMk cId="3818776457" sldId="915"/>
        </pc:sldMkLst>
      </pc:sldChg>
      <pc:sldChg chg="modSp add mod">
        <pc:chgData name="TOMIOKA Rio" userId="f1152ccc-8031-465f-b7e6-eeabb05e2b2e" providerId="ADAL" clId="{F01FFAAD-2822-164B-AA92-E69960A011F3}" dt="2024-02-29T08:24:55.184" v="7414" actId="20577"/>
        <pc:sldMkLst>
          <pc:docMk/>
          <pc:sldMk cId="2170428965" sldId="916"/>
        </pc:sldMkLst>
      </pc:sldChg>
      <pc:sldChg chg="addSp delSp modSp mod">
        <pc:chgData name="TOMIOKA Rio" userId="f1152ccc-8031-465f-b7e6-eeabb05e2b2e" providerId="ADAL" clId="{F01FFAAD-2822-164B-AA92-E69960A011F3}" dt="2024-03-01T06:02:45.908" v="14150" actId="478"/>
        <pc:sldMkLst>
          <pc:docMk/>
          <pc:sldMk cId="1597888328" sldId="919"/>
        </pc:sldMkLst>
      </pc:sldChg>
      <pc:sldChg chg="addSp delSp modSp mod">
        <pc:chgData name="TOMIOKA Rio" userId="f1152ccc-8031-465f-b7e6-eeabb05e2b2e" providerId="ADAL" clId="{F01FFAAD-2822-164B-AA92-E69960A011F3}" dt="2024-03-01T06:05:42.968" v="14196" actId="14100"/>
        <pc:sldMkLst>
          <pc:docMk/>
          <pc:sldMk cId="3977081539" sldId="923"/>
        </pc:sldMkLst>
      </pc:sldChg>
      <pc:sldChg chg="addSp delSp modSp mod modNotesTx">
        <pc:chgData name="TOMIOKA Rio" userId="f1152ccc-8031-465f-b7e6-eeabb05e2b2e" providerId="ADAL" clId="{F01FFAAD-2822-164B-AA92-E69960A011F3}" dt="2024-03-01T06:12:50.077" v="14270" actId="403"/>
        <pc:sldMkLst>
          <pc:docMk/>
          <pc:sldMk cId="3248802387" sldId="924"/>
        </pc:sldMkLst>
      </pc:sldChg>
      <pc:sldChg chg="addSp delSp modSp mod modNotesTx">
        <pc:chgData name="TOMIOKA Rio" userId="f1152ccc-8031-465f-b7e6-eeabb05e2b2e" providerId="ADAL" clId="{F01FFAAD-2822-164B-AA92-E69960A011F3}" dt="2024-03-01T01:36:28.101" v="7895" actId="21"/>
        <pc:sldMkLst>
          <pc:docMk/>
          <pc:sldMk cId="1420230515" sldId="926"/>
        </pc:sldMkLst>
      </pc:sldChg>
      <pc:sldChg chg="del">
        <pc:chgData name="TOMIOKA Rio" userId="f1152ccc-8031-465f-b7e6-eeabb05e2b2e" providerId="ADAL" clId="{F01FFAAD-2822-164B-AA92-E69960A011F3}" dt="2024-03-01T01:39:51.800" v="8068" actId="2696"/>
        <pc:sldMkLst>
          <pc:docMk/>
          <pc:sldMk cId="2616598272" sldId="927"/>
        </pc:sldMkLst>
      </pc:sldChg>
      <pc:sldChg chg="addSp delSp modSp mod modAnim modNotesTx">
        <pc:chgData name="TOMIOKA Rio" userId="f1152ccc-8031-465f-b7e6-eeabb05e2b2e" providerId="ADAL" clId="{F01FFAAD-2822-164B-AA92-E69960A011F3}" dt="2024-03-01T15:05:55.522" v="19333"/>
        <pc:sldMkLst>
          <pc:docMk/>
          <pc:sldMk cId="80662618" sldId="928"/>
        </pc:sldMkLst>
      </pc:sldChg>
      <pc:sldChg chg="del">
        <pc:chgData name="TOMIOKA Rio" userId="f1152ccc-8031-465f-b7e6-eeabb05e2b2e" providerId="ADAL" clId="{F01FFAAD-2822-164B-AA92-E69960A011F3}" dt="2024-03-01T01:42:38.064" v="8203" actId="2696"/>
        <pc:sldMkLst>
          <pc:docMk/>
          <pc:sldMk cId="3833367753" sldId="929"/>
        </pc:sldMkLst>
      </pc:sldChg>
      <pc:sldChg chg="del">
        <pc:chgData name="TOMIOKA Rio" userId="f1152ccc-8031-465f-b7e6-eeabb05e2b2e" providerId="ADAL" clId="{F01FFAAD-2822-164B-AA92-E69960A011F3}" dt="2024-03-01T01:49:29.244" v="8273" actId="2696"/>
        <pc:sldMkLst>
          <pc:docMk/>
          <pc:sldMk cId="304375417" sldId="930"/>
        </pc:sldMkLst>
      </pc:sldChg>
      <pc:sldChg chg="del">
        <pc:chgData name="TOMIOKA Rio" userId="f1152ccc-8031-465f-b7e6-eeabb05e2b2e" providerId="ADAL" clId="{F01FFAAD-2822-164B-AA92-E69960A011F3}" dt="2024-03-01T01:49:29.252" v="8275" actId="2696"/>
        <pc:sldMkLst>
          <pc:docMk/>
          <pc:sldMk cId="3293322932" sldId="931"/>
        </pc:sldMkLst>
      </pc:sldChg>
      <pc:sldChg chg="del">
        <pc:chgData name="TOMIOKA Rio" userId="f1152ccc-8031-465f-b7e6-eeabb05e2b2e" providerId="ADAL" clId="{F01FFAAD-2822-164B-AA92-E69960A011F3}" dt="2024-03-01T01:49:29.261" v="8276" actId="2696"/>
        <pc:sldMkLst>
          <pc:docMk/>
          <pc:sldMk cId="3617934458" sldId="932"/>
        </pc:sldMkLst>
      </pc:sldChg>
      <pc:sldChg chg="del">
        <pc:chgData name="TOMIOKA Rio" userId="f1152ccc-8031-465f-b7e6-eeabb05e2b2e" providerId="ADAL" clId="{F01FFAAD-2822-164B-AA92-E69960A011F3}" dt="2024-03-01T01:49:29.247" v="8274" actId="2696"/>
        <pc:sldMkLst>
          <pc:docMk/>
          <pc:sldMk cId="2694087505" sldId="933"/>
        </pc:sldMkLst>
      </pc:sldChg>
      <pc:sldChg chg="modSp mod modNotesTx">
        <pc:chgData name="TOMIOKA Rio" userId="f1152ccc-8031-465f-b7e6-eeabb05e2b2e" providerId="ADAL" clId="{F01FFAAD-2822-164B-AA92-E69960A011F3}" dt="2024-03-01T08:00:00.993" v="15469" actId="20577"/>
        <pc:sldMkLst>
          <pc:docMk/>
          <pc:sldMk cId="232926546" sldId="935"/>
        </pc:sldMkLst>
      </pc:sldChg>
      <pc:sldChg chg="modSp mod modNotesTx">
        <pc:chgData name="TOMIOKA Rio" userId="f1152ccc-8031-465f-b7e6-eeabb05e2b2e" providerId="ADAL" clId="{F01FFAAD-2822-164B-AA92-E69960A011F3}" dt="2024-03-01T08:18:18.829" v="15614" actId="20577"/>
        <pc:sldMkLst>
          <pc:docMk/>
          <pc:sldMk cId="3713779571" sldId="936"/>
        </pc:sldMkLst>
      </pc:sldChg>
      <pc:sldChg chg="mod modShow">
        <pc:chgData name="TOMIOKA Rio" userId="f1152ccc-8031-465f-b7e6-eeabb05e2b2e" providerId="ADAL" clId="{F01FFAAD-2822-164B-AA92-E69960A011F3}" dt="2024-03-01T02:29:49.305" v="8609" actId="729"/>
        <pc:sldMkLst>
          <pc:docMk/>
          <pc:sldMk cId="3950141159" sldId="937"/>
        </pc:sldMkLst>
      </pc:sldChg>
      <pc:sldChg chg="modSp del mod modNotesTx">
        <pc:chgData name="TOMIOKA Rio" userId="f1152ccc-8031-465f-b7e6-eeabb05e2b2e" providerId="ADAL" clId="{F01FFAAD-2822-164B-AA92-E69960A011F3}" dt="2024-03-01T06:00:36.046" v="14132" actId="2696"/>
        <pc:sldMkLst>
          <pc:docMk/>
          <pc:sldMk cId="885220503" sldId="938"/>
        </pc:sldMkLst>
      </pc:sldChg>
      <pc:sldChg chg="addSp delSp modSp mod modAnim">
        <pc:chgData name="TOMIOKA Rio" userId="f1152ccc-8031-465f-b7e6-eeabb05e2b2e" providerId="ADAL" clId="{F01FFAAD-2822-164B-AA92-E69960A011F3}" dt="2024-03-01T12:10:37" v="15738" actId="1038"/>
        <pc:sldMkLst>
          <pc:docMk/>
          <pc:sldMk cId="3149863740" sldId="939"/>
        </pc:sldMkLst>
      </pc:sldChg>
      <pc:sldChg chg="ord">
        <pc:chgData name="TOMIOKA Rio" userId="f1152ccc-8031-465f-b7e6-eeabb05e2b2e" providerId="ADAL" clId="{F01FFAAD-2822-164B-AA92-E69960A011F3}" dt="2024-03-01T02:29:43.242" v="8608" actId="20578"/>
        <pc:sldMkLst>
          <pc:docMk/>
          <pc:sldMk cId="3637383938" sldId="941"/>
        </pc:sldMkLst>
      </pc:sldChg>
      <pc:sldChg chg="mod modShow">
        <pc:chgData name="TOMIOKA Rio" userId="f1152ccc-8031-465f-b7e6-eeabb05e2b2e" providerId="ADAL" clId="{F01FFAAD-2822-164B-AA92-E69960A011F3}" dt="2024-03-01T13:02:59.953" v="16519" actId="729"/>
        <pc:sldMkLst>
          <pc:docMk/>
          <pc:sldMk cId="2832856997" sldId="943"/>
        </pc:sldMkLst>
      </pc:sldChg>
      <pc:sldChg chg="mod modShow">
        <pc:chgData name="TOMIOKA Rio" userId="f1152ccc-8031-465f-b7e6-eeabb05e2b2e" providerId="ADAL" clId="{F01FFAAD-2822-164B-AA92-E69960A011F3}" dt="2024-03-01T13:02:59.953" v="16519" actId="729"/>
        <pc:sldMkLst>
          <pc:docMk/>
          <pc:sldMk cId="47022523" sldId="948"/>
        </pc:sldMkLst>
      </pc:sldChg>
      <pc:sldChg chg="mod modShow">
        <pc:chgData name="TOMIOKA Rio" userId="f1152ccc-8031-465f-b7e6-eeabb05e2b2e" providerId="ADAL" clId="{F01FFAAD-2822-164B-AA92-E69960A011F3}" dt="2024-03-01T13:02:59.953" v="16519" actId="729"/>
        <pc:sldMkLst>
          <pc:docMk/>
          <pc:sldMk cId="4132533854" sldId="949"/>
        </pc:sldMkLst>
      </pc:sldChg>
      <pc:sldChg chg="mod modShow">
        <pc:chgData name="TOMIOKA Rio" userId="f1152ccc-8031-465f-b7e6-eeabb05e2b2e" providerId="ADAL" clId="{F01FFAAD-2822-164B-AA92-E69960A011F3}" dt="2024-03-01T13:02:59.953" v="16519" actId="729"/>
        <pc:sldMkLst>
          <pc:docMk/>
          <pc:sldMk cId="1086255655" sldId="950"/>
        </pc:sldMkLst>
      </pc:sldChg>
      <pc:sldChg chg="mod modShow">
        <pc:chgData name="TOMIOKA Rio" userId="f1152ccc-8031-465f-b7e6-eeabb05e2b2e" providerId="ADAL" clId="{F01FFAAD-2822-164B-AA92-E69960A011F3}" dt="2024-03-01T13:02:59.953" v="16519" actId="729"/>
        <pc:sldMkLst>
          <pc:docMk/>
          <pc:sldMk cId="3855778183" sldId="951"/>
        </pc:sldMkLst>
      </pc:sldChg>
      <pc:sldChg chg="addSp delSp modSp del mod modShow">
        <pc:chgData name="TOMIOKA Rio" userId="f1152ccc-8031-465f-b7e6-eeabb05e2b2e" providerId="ADAL" clId="{F01FFAAD-2822-164B-AA92-E69960A011F3}" dt="2024-03-01T13:11:08.393" v="16690" actId="2696"/>
        <pc:sldMkLst>
          <pc:docMk/>
          <pc:sldMk cId="344343776" sldId="952"/>
        </pc:sldMkLst>
      </pc:sldChg>
      <pc:sldChg chg="addSp delSp modSp mod modShow">
        <pc:chgData name="TOMIOKA Rio" userId="f1152ccc-8031-465f-b7e6-eeabb05e2b2e" providerId="ADAL" clId="{F01FFAAD-2822-164B-AA92-E69960A011F3}" dt="2024-03-01T13:11:04.914" v="16689" actId="478"/>
        <pc:sldMkLst>
          <pc:docMk/>
          <pc:sldMk cId="2696775518" sldId="954"/>
        </pc:sldMkLst>
      </pc:sldChg>
      <pc:sldChg chg="addSp delSp modSp del mod">
        <pc:chgData name="TOMIOKA Rio" userId="f1152ccc-8031-465f-b7e6-eeabb05e2b2e" providerId="ADAL" clId="{F01FFAAD-2822-164B-AA92-E69960A011F3}" dt="2024-03-01T06:08:42.348" v="14228" actId="2696"/>
        <pc:sldMkLst>
          <pc:docMk/>
          <pc:sldMk cId="2370524846" sldId="955"/>
        </pc:sldMkLst>
      </pc:sldChg>
      <pc:sldChg chg="addSp delSp modSp mod modNotesTx">
        <pc:chgData name="TOMIOKA Rio" userId="f1152ccc-8031-465f-b7e6-eeabb05e2b2e" providerId="ADAL" clId="{F01FFAAD-2822-164B-AA92-E69960A011F3}" dt="2024-03-01T14:26:05.653" v="18449" actId="20577"/>
        <pc:sldMkLst>
          <pc:docMk/>
          <pc:sldMk cId="729482633" sldId="959"/>
        </pc:sldMkLst>
      </pc:sldChg>
      <pc:sldChg chg="addSp delSp modSp add mod">
        <pc:chgData name="TOMIOKA Rio" userId="f1152ccc-8031-465f-b7e6-eeabb05e2b2e" providerId="ADAL" clId="{F01FFAAD-2822-164B-AA92-E69960A011F3}" dt="2024-03-01T01:35:44.874" v="7887" actId="207"/>
        <pc:sldMkLst>
          <pc:docMk/>
          <pc:sldMk cId="45787299" sldId="960"/>
        </pc:sldMkLst>
      </pc:sldChg>
      <pc:sldChg chg="modSp add mod modNotesTx">
        <pc:chgData name="TOMIOKA Rio" userId="f1152ccc-8031-465f-b7e6-eeabb05e2b2e" providerId="ADAL" clId="{F01FFAAD-2822-164B-AA92-E69960A011F3}" dt="2024-03-01T05:51:53.638" v="13632" actId="20577"/>
        <pc:sldMkLst>
          <pc:docMk/>
          <pc:sldMk cId="980770206" sldId="961"/>
        </pc:sldMkLst>
      </pc:sldChg>
      <pc:sldChg chg="modSp add mod modNotesTx">
        <pc:chgData name="TOMIOKA Rio" userId="f1152ccc-8031-465f-b7e6-eeabb05e2b2e" providerId="ADAL" clId="{F01FFAAD-2822-164B-AA92-E69960A011F3}" dt="2024-03-01T07:06:33.663" v="14469"/>
        <pc:sldMkLst>
          <pc:docMk/>
          <pc:sldMk cId="4130172089" sldId="962"/>
        </pc:sldMkLst>
      </pc:sldChg>
      <pc:sldChg chg="addSp delSp modSp add mod modNotesTx">
        <pc:chgData name="TOMIOKA Rio" userId="f1152ccc-8031-465f-b7e6-eeabb05e2b2e" providerId="ADAL" clId="{F01FFAAD-2822-164B-AA92-E69960A011F3}" dt="2024-03-01T07:08:41.146" v="14529" actId="1076"/>
        <pc:sldMkLst>
          <pc:docMk/>
          <pc:sldMk cId="1011689426" sldId="963"/>
        </pc:sldMkLst>
      </pc:sldChg>
      <pc:sldChg chg="addSp delSp modSp add mod modNotesTx">
        <pc:chgData name="TOMIOKA Rio" userId="f1152ccc-8031-465f-b7e6-eeabb05e2b2e" providerId="ADAL" clId="{F01FFAAD-2822-164B-AA92-E69960A011F3}" dt="2024-03-01T07:09:07.542" v="14533" actId="20577"/>
        <pc:sldMkLst>
          <pc:docMk/>
          <pc:sldMk cId="1909925603" sldId="964"/>
        </pc:sldMkLst>
      </pc:sldChg>
      <pc:sldChg chg="addSp delSp modSp add mod modNotesTx">
        <pc:chgData name="TOMIOKA Rio" userId="f1152ccc-8031-465f-b7e6-eeabb05e2b2e" providerId="ADAL" clId="{F01FFAAD-2822-164B-AA92-E69960A011F3}" dt="2024-03-01T07:09:20.990" v="14534"/>
        <pc:sldMkLst>
          <pc:docMk/>
          <pc:sldMk cId="2532772212" sldId="965"/>
        </pc:sldMkLst>
      </pc:sldChg>
      <pc:sldChg chg="modSp add mod modNotesTx">
        <pc:chgData name="TOMIOKA Rio" userId="f1152ccc-8031-465f-b7e6-eeabb05e2b2e" providerId="ADAL" clId="{F01FFAAD-2822-164B-AA92-E69960A011F3}" dt="2024-03-01T07:09:33.730" v="14535"/>
        <pc:sldMkLst>
          <pc:docMk/>
          <pc:sldMk cId="3923568483" sldId="966"/>
        </pc:sldMkLst>
      </pc:sldChg>
      <pc:sldChg chg="addSp delSp modSp add mod modNotesTx">
        <pc:chgData name="TOMIOKA Rio" userId="f1152ccc-8031-465f-b7e6-eeabb05e2b2e" providerId="ADAL" clId="{F01FFAAD-2822-164B-AA92-E69960A011F3}" dt="2024-03-01T08:20:32.088" v="15622" actId="207"/>
        <pc:sldMkLst>
          <pc:docMk/>
          <pc:sldMk cId="2397483322" sldId="967"/>
        </pc:sldMkLst>
      </pc:sldChg>
      <pc:sldChg chg="addSp delSp modSp add mod modNotesTx">
        <pc:chgData name="TOMIOKA Rio" userId="f1152ccc-8031-465f-b7e6-eeabb05e2b2e" providerId="ADAL" clId="{F01FFAAD-2822-164B-AA92-E69960A011F3}" dt="2024-03-01T08:20:27.235" v="15621" actId="207"/>
        <pc:sldMkLst>
          <pc:docMk/>
          <pc:sldMk cId="3126536264" sldId="968"/>
        </pc:sldMkLst>
      </pc:sldChg>
      <pc:sldChg chg="add modNotesTx">
        <pc:chgData name="TOMIOKA Rio" userId="f1152ccc-8031-465f-b7e6-eeabb05e2b2e" providerId="ADAL" clId="{F01FFAAD-2822-164B-AA92-E69960A011F3}" dt="2024-03-01T07:11:49.606" v="14591" actId="20577"/>
        <pc:sldMkLst>
          <pc:docMk/>
          <pc:sldMk cId="1983203191" sldId="969"/>
        </pc:sldMkLst>
      </pc:sldChg>
      <pc:sldChg chg="add modNotesTx">
        <pc:chgData name="TOMIOKA Rio" userId="f1152ccc-8031-465f-b7e6-eeabb05e2b2e" providerId="ADAL" clId="{F01FFAAD-2822-164B-AA92-E69960A011F3}" dt="2024-03-01T07:11:57.619" v="14593"/>
        <pc:sldMkLst>
          <pc:docMk/>
          <pc:sldMk cId="1174780341" sldId="970"/>
        </pc:sldMkLst>
      </pc:sldChg>
      <pc:sldChg chg="modSp add mod modNotesTx">
        <pc:chgData name="TOMIOKA Rio" userId="f1152ccc-8031-465f-b7e6-eeabb05e2b2e" providerId="ADAL" clId="{F01FFAAD-2822-164B-AA92-E69960A011F3}" dt="2024-03-01T07:57:41.251" v="15214" actId="20577"/>
        <pc:sldMkLst>
          <pc:docMk/>
          <pc:sldMk cId="633452004" sldId="971"/>
        </pc:sldMkLst>
      </pc:sldChg>
      <pc:sldChg chg="addSp delSp modSp add mod modNotesTx">
        <pc:chgData name="TOMIOKA Rio" userId="f1152ccc-8031-465f-b7e6-eeabb05e2b2e" providerId="ADAL" clId="{F01FFAAD-2822-164B-AA92-E69960A011F3}" dt="2024-03-01T08:42:02.554" v="15727" actId="207"/>
        <pc:sldMkLst>
          <pc:docMk/>
          <pc:sldMk cId="432981254" sldId="972"/>
        </pc:sldMkLst>
      </pc:sldChg>
      <pc:sldChg chg="addSp delSp modSp new mod">
        <pc:chgData name="TOMIOKA Rio" userId="f1152ccc-8031-465f-b7e6-eeabb05e2b2e" providerId="ADAL" clId="{F01FFAAD-2822-164B-AA92-E69960A011F3}" dt="2024-03-01T02:29:34.984" v="8606" actId="1076"/>
        <pc:sldMkLst>
          <pc:docMk/>
          <pc:sldMk cId="3243927865" sldId="973"/>
        </pc:sldMkLst>
      </pc:sldChg>
      <pc:sldChg chg="add del">
        <pc:chgData name="TOMIOKA Rio" userId="f1152ccc-8031-465f-b7e6-eeabb05e2b2e" providerId="ADAL" clId="{F01FFAAD-2822-164B-AA92-E69960A011F3}" dt="2024-03-01T05:26:14.064" v="13075" actId="2696"/>
        <pc:sldMkLst>
          <pc:docMk/>
          <pc:sldMk cId="381827829" sldId="974"/>
        </pc:sldMkLst>
      </pc:sldChg>
      <pc:sldChg chg="add">
        <pc:chgData name="TOMIOKA Rio" userId="f1152ccc-8031-465f-b7e6-eeabb05e2b2e" providerId="ADAL" clId="{F01FFAAD-2822-164B-AA92-E69960A011F3}" dt="2024-03-01T05:26:25.130" v="13076"/>
        <pc:sldMkLst>
          <pc:docMk/>
          <pc:sldMk cId="1257191613" sldId="974"/>
        </pc:sldMkLst>
      </pc:sldChg>
      <pc:sldChg chg="addSp delSp modSp add del mod">
        <pc:chgData name="TOMIOKA Rio" userId="f1152ccc-8031-465f-b7e6-eeabb05e2b2e" providerId="ADAL" clId="{F01FFAAD-2822-164B-AA92-E69960A011F3}" dt="2024-03-01T05:26:07.963" v="13073" actId="2696"/>
        <pc:sldMkLst>
          <pc:docMk/>
          <pc:sldMk cId="1361253043" sldId="974"/>
        </pc:sldMkLst>
      </pc:sldChg>
      <pc:sldChg chg="addSp modSp new del mod modShow">
        <pc:chgData name="TOMIOKA Rio" userId="f1152ccc-8031-465f-b7e6-eeabb05e2b2e" providerId="ADAL" clId="{F01FFAAD-2822-164B-AA92-E69960A011F3}" dt="2024-03-01T01:53:38.276" v="8437" actId="2696"/>
        <pc:sldMkLst>
          <pc:docMk/>
          <pc:sldMk cId="2314412116" sldId="974"/>
        </pc:sldMkLst>
      </pc:sldChg>
      <pc:sldChg chg="new del">
        <pc:chgData name="TOMIOKA Rio" userId="f1152ccc-8031-465f-b7e6-eeabb05e2b2e" providerId="ADAL" clId="{F01FFAAD-2822-164B-AA92-E69960A011F3}" dt="2024-03-01T01:53:43.019" v="8439" actId="2696"/>
        <pc:sldMkLst>
          <pc:docMk/>
          <pc:sldMk cId="2284285953" sldId="975"/>
        </pc:sldMkLst>
      </pc:sldChg>
      <pc:sldChg chg="delSp add mod">
        <pc:chgData name="TOMIOKA Rio" userId="f1152ccc-8031-465f-b7e6-eeabb05e2b2e" providerId="ADAL" clId="{F01FFAAD-2822-164B-AA92-E69960A011F3}" dt="2024-03-01T03:34:31.232" v="9055" actId="478"/>
        <pc:sldMkLst>
          <pc:docMk/>
          <pc:sldMk cId="3515590950" sldId="975"/>
        </pc:sldMkLst>
      </pc:sldChg>
      <pc:sldChg chg="add del">
        <pc:chgData name="TOMIOKA Rio" userId="f1152ccc-8031-465f-b7e6-eeabb05e2b2e" providerId="ADAL" clId="{F01FFAAD-2822-164B-AA92-E69960A011F3}" dt="2024-03-01T01:53:48.815" v="8441"/>
        <pc:sldMkLst>
          <pc:docMk/>
          <pc:sldMk cId="4020124870" sldId="975"/>
        </pc:sldMkLst>
      </pc:sldChg>
      <pc:sldChg chg="addSp delSp modSp add mod modTransition modNotesTx">
        <pc:chgData name="TOMIOKA Rio" userId="f1152ccc-8031-465f-b7e6-eeabb05e2b2e" providerId="ADAL" clId="{F01FFAAD-2822-164B-AA92-E69960A011F3}" dt="2024-03-01T14:56:56.994" v="18901" actId="1036"/>
        <pc:sldMkLst>
          <pc:docMk/>
          <pc:sldMk cId="3012560406" sldId="976"/>
        </pc:sldMkLst>
      </pc:sldChg>
      <pc:sldChg chg="addSp delSp modSp add mod modTransition modNotesTx">
        <pc:chgData name="TOMIOKA Rio" userId="f1152ccc-8031-465f-b7e6-eeabb05e2b2e" providerId="ADAL" clId="{F01FFAAD-2822-164B-AA92-E69960A011F3}" dt="2024-03-01T05:12:43.488" v="12686" actId="20577"/>
        <pc:sldMkLst>
          <pc:docMk/>
          <pc:sldMk cId="2353082128" sldId="977"/>
        </pc:sldMkLst>
      </pc:sldChg>
      <pc:sldChg chg="addSp delSp modSp add del mod">
        <pc:chgData name="TOMIOKA Rio" userId="f1152ccc-8031-465f-b7e6-eeabb05e2b2e" providerId="ADAL" clId="{F01FFAAD-2822-164B-AA92-E69960A011F3}" dt="2024-03-01T04:49:10.478" v="10408" actId="2696"/>
        <pc:sldMkLst>
          <pc:docMk/>
          <pc:sldMk cId="313378447" sldId="978"/>
        </pc:sldMkLst>
      </pc:sldChg>
      <pc:sldChg chg="addSp delSp modSp add mod modTransition addAnim delAnim modAnim modNotesTx">
        <pc:chgData name="TOMIOKA Rio" userId="f1152ccc-8031-465f-b7e6-eeabb05e2b2e" providerId="ADAL" clId="{F01FFAAD-2822-164B-AA92-E69960A011F3}" dt="2024-03-01T07:46:49.787" v="14648" actId="20577"/>
        <pc:sldMkLst>
          <pc:docMk/>
          <pc:sldMk cId="3119628299" sldId="978"/>
        </pc:sldMkLst>
      </pc:sldChg>
      <pc:sldChg chg="modSp add mod modNotesTx">
        <pc:chgData name="TOMIOKA Rio" userId="f1152ccc-8031-465f-b7e6-eeabb05e2b2e" providerId="ADAL" clId="{F01FFAAD-2822-164B-AA92-E69960A011F3}" dt="2024-03-01T05:52:24.988" v="13635" actId="20577"/>
        <pc:sldMkLst>
          <pc:docMk/>
          <pc:sldMk cId="949522573" sldId="979"/>
        </pc:sldMkLst>
      </pc:sldChg>
      <pc:sldChg chg="delSp add del mod ord delAnim">
        <pc:chgData name="TOMIOKA Rio" userId="f1152ccc-8031-465f-b7e6-eeabb05e2b2e" providerId="ADAL" clId="{F01FFAAD-2822-164B-AA92-E69960A011F3}" dt="2024-03-01T05:18:59.621" v="12865" actId="2696"/>
        <pc:sldMkLst>
          <pc:docMk/>
          <pc:sldMk cId="2504855499" sldId="979"/>
        </pc:sldMkLst>
      </pc:sldChg>
      <pc:sldChg chg="modSp add mod modNotesTx">
        <pc:chgData name="TOMIOKA Rio" userId="f1152ccc-8031-465f-b7e6-eeabb05e2b2e" providerId="ADAL" clId="{F01FFAAD-2822-164B-AA92-E69960A011F3}" dt="2024-03-01T06:00:27.281" v="14131" actId="20577"/>
        <pc:sldMkLst>
          <pc:docMk/>
          <pc:sldMk cId="3724773394" sldId="980"/>
        </pc:sldMkLst>
      </pc:sldChg>
      <pc:sldChg chg="addSp delSp modSp add mod modNotesTx">
        <pc:chgData name="TOMIOKA Rio" userId="f1152ccc-8031-465f-b7e6-eeabb05e2b2e" providerId="ADAL" clId="{F01FFAAD-2822-164B-AA92-E69960A011F3}" dt="2024-03-01T06:09:51.328" v="14240" actId="20577"/>
        <pc:sldMkLst>
          <pc:docMk/>
          <pc:sldMk cId="620100236" sldId="981"/>
        </pc:sldMkLst>
      </pc:sldChg>
      <pc:sldChg chg="modSp add del mod">
        <pc:chgData name="TOMIOKA Rio" userId="f1152ccc-8031-465f-b7e6-eeabb05e2b2e" providerId="ADAL" clId="{F01FFAAD-2822-164B-AA92-E69960A011F3}" dt="2024-03-01T07:45:30.717" v="14622" actId="2696"/>
        <pc:sldMkLst>
          <pc:docMk/>
          <pc:sldMk cId="1406604573" sldId="982"/>
        </pc:sldMkLst>
      </pc:sldChg>
      <pc:sldChg chg="modSp add mod modNotesTx">
        <pc:chgData name="TOMIOKA Rio" userId="f1152ccc-8031-465f-b7e6-eeabb05e2b2e" providerId="ADAL" clId="{F01FFAAD-2822-164B-AA92-E69960A011F3}" dt="2024-03-01T07:59:49.255" v="15468" actId="20577"/>
        <pc:sldMkLst>
          <pc:docMk/>
          <pc:sldMk cId="3375827599" sldId="982"/>
        </pc:sldMkLst>
      </pc:sldChg>
      <pc:sldChg chg="addSp delSp modSp new del mod modNotesTx">
        <pc:chgData name="TOMIOKA Rio" userId="f1152ccc-8031-465f-b7e6-eeabb05e2b2e" providerId="ADAL" clId="{F01FFAAD-2822-164B-AA92-E69960A011F3}" dt="2024-03-01T13:10:55.152" v="16687" actId="2696"/>
        <pc:sldMkLst>
          <pc:docMk/>
          <pc:sldMk cId="3133563169" sldId="983"/>
        </pc:sldMkLst>
      </pc:sldChg>
      <pc:sldChg chg="addSp delSp modSp new del mod modShow">
        <pc:chgData name="TOMIOKA Rio" userId="f1152ccc-8031-465f-b7e6-eeabb05e2b2e" providerId="ADAL" clId="{F01FFAAD-2822-164B-AA92-E69960A011F3}" dt="2024-03-01T12:54:52.550" v="16050" actId="2696"/>
        <pc:sldMkLst>
          <pc:docMk/>
          <pc:sldMk cId="3545961940" sldId="984"/>
        </pc:sldMkLst>
      </pc:sldChg>
      <pc:sldChg chg="addSp delSp modSp add mod">
        <pc:chgData name="TOMIOKA Rio" userId="f1152ccc-8031-465f-b7e6-eeabb05e2b2e" providerId="ADAL" clId="{F01FFAAD-2822-164B-AA92-E69960A011F3}" dt="2024-03-01T12:51:08.589" v="16041" actId="404"/>
        <pc:sldMkLst>
          <pc:docMk/>
          <pc:sldMk cId="2643311294" sldId="985"/>
        </pc:sldMkLst>
      </pc:sldChg>
      <pc:sldChg chg="modSp add del mod modNotesTx">
        <pc:chgData name="TOMIOKA Rio" userId="f1152ccc-8031-465f-b7e6-eeabb05e2b2e" providerId="ADAL" clId="{F01FFAAD-2822-164B-AA92-E69960A011F3}" dt="2024-03-01T13:02:49.326" v="16514" actId="2696"/>
        <pc:sldMkLst>
          <pc:docMk/>
          <pc:sldMk cId="214472860" sldId="986"/>
        </pc:sldMkLst>
      </pc:sldChg>
      <pc:sldChg chg="addSp modSp new del mod">
        <pc:chgData name="TOMIOKA Rio" userId="f1152ccc-8031-465f-b7e6-eeabb05e2b2e" providerId="ADAL" clId="{F01FFAAD-2822-164B-AA92-E69960A011F3}" dt="2024-03-01T13:11:09.588" v="16691" actId="2696"/>
        <pc:sldMkLst>
          <pc:docMk/>
          <pc:sldMk cId="2072715080" sldId="986"/>
        </pc:sldMkLst>
      </pc:sldChg>
      <pc:sldChg chg="modSp new del mod">
        <pc:chgData name="TOMIOKA Rio" userId="f1152ccc-8031-465f-b7e6-eeabb05e2b2e" providerId="ADAL" clId="{F01FFAAD-2822-164B-AA92-E69960A011F3}" dt="2024-03-01T13:10:52.484" v="16686" actId="2696"/>
        <pc:sldMkLst>
          <pc:docMk/>
          <pc:sldMk cId="712474591" sldId="987"/>
        </pc:sldMkLst>
      </pc:sldChg>
      <pc:sldChg chg="add">
        <pc:chgData name="TOMIOKA Rio" userId="f1152ccc-8031-465f-b7e6-eeabb05e2b2e" providerId="ADAL" clId="{F01FFAAD-2822-164B-AA92-E69960A011F3}" dt="2024-03-01T13:11:02.433" v="16688"/>
        <pc:sldMkLst>
          <pc:docMk/>
          <pc:sldMk cId="734649704" sldId="987"/>
        </pc:sldMkLst>
      </pc:sldChg>
      <pc:sldChg chg="modSp add del mod modNotesTx">
        <pc:chgData name="TOMIOKA Rio" userId="f1152ccc-8031-465f-b7e6-eeabb05e2b2e" providerId="ADAL" clId="{F01FFAAD-2822-164B-AA92-E69960A011F3}" dt="2024-03-01T13:02:49.339" v="16516" actId="2696"/>
        <pc:sldMkLst>
          <pc:docMk/>
          <pc:sldMk cId="1101969860" sldId="987"/>
        </pc:sldMkLst>
      </pc:sldChg>
      <pc:sldChg chg="add mod modShow">
        <pc:chgData name="TOMIOKA Rio" userId="f1152ccc-8031-465f-b7e6-eeabb05e2b2e" providerId="ADAL" clId="{F01FFAAD-2822-164B-AA92-E69960A011F3}" dt="2024-03-01T14:25:17.712" v="18441" actId="729"/>
        <pc:sldMkLst>
          <pc:docMk/>
          <pc:sldMk cId="749070378" sldId="988"/>
        </pc:sldMkLst>
      </pc:sldChg>
      <pc:sldChg chg="addSp delSp modSp new add del mod modNotesTx">
        <pc:chgData name="TOMIOKA Rio" userId="f1152ccc-8031-465f-b7e6-eeabb05e2b2e" providerId="ADAL" clId="{F01FFAAD-2822-164B-AA92-E69960A011F3}" dt="2024-03-01T14:25:09.352" v="18439" actId="2696"/>
        <pc:sldMkLst>
          <pc:docMk/>
          <pc:sldMk cId="1765623600" sldId="988"/>
        </pc:sldMkLst>
      </pc:sldChg>
      <pc:sldChg chg="modSp add del mod">
        <pc:chgData name="TOMIOKA Rio" userId="f1152ccc-8031-465f-b7e6-eeabb05e2b2e" providerId="ADAL" clId="{F01FFAAD-2822-164B-AA92-E69960A011F3}" dt="2024-03-01T13:02:49.330" v="16515" actId="2696"/>
        <pc:sldMkLst>
          <pc:docMk/>
          <pc:sldMk cId="4122607287" sldId="988"/>
        </pc:sldMkLst>
      </pc:sldChg>
      <pc:sldChg chg="addSp delSp modSp add del mod">
        <pc:chgData name="TOMIOKA Rio" userId="f1152ccc-8031-465f-b7e6-eeabb05e2b2e" providerId="ADAL" clId="{F01FFAAD-2822-164B-AA92-E69960A011F3}" dt="2024-03-01T14:55:39.740" v="18885" actId="2696"/>
        <pc:sldMkLst>
          <pc:docMk/>
          <pc:sldMk cId="1092419107" sldId="989"/>
        </pc:sldMkLst>
      </pc:sldChg>
      <pc:sldChg chg="modSp add del mod">
        <pc:chgData name="TOMIOKA Rio" userId="f1152ccc-8031-465f-b7e6-eeabb05e2b2e" providerId="ADAL" clId="{F01FFAAD-2822-164B-AA92-E69960A011F3}" dt="2024-03-01T13:02:49.348" v="16517" actId="2696"/>
        <pc:sldMkLst>
          <pc:docMk/>
          <pc:sldMk cId="3044170590" sldId="989"/>
        </pc:sldMkLst>
      </pc:sldChg>
      <pc:sldChg chg="add mod modShow">
        <pc:chgData name="TOMIOKA Rio" userId="f1152ccc-8031-465f-b7e6-eeabb05e2b2e" providerId="ADAL" clId="{F01FFAAD-2822-164B-AA92-E69960A011F3}" dt="2024-03-01T14:55:51.991" v="18888" actId="729"/>
        <pc:sldMkLst>
          <pc:docMk/>
          <pc:sldMk cId="1606735054" sldId="990"/>
        </pc:sldMkLst>
      </pc:sldChg>
      <pc:sldChg chg="modSp add del mod">
        <pc:chgData name="TOMIOKA Rio" userId="f1152ccc-8031-465f-b7e6-eeabb05e2b2e" providerId="ADAL" clId="{F01FFAAD-2822-164B-AA92-E69960A011F3}" dt="2024-03-01T13:02:49.356" v="16518" actId="2696"/>
        <pc:sldMkLst>
          <pc:docMk/>
          <pc:sldMk cId="2528979033" sldId="990"/>
        </pc:sldMkLst>
      </pc:sldChg>
      <pc:sldChg chg="addSp modSp new del">
        <pc:chgData name="TOMIOKA Rio" userId="f1152ccc-8031-465f-b7e6-eeabb05e2b2e" providerId="ADAL" clId="{F01FFAAD-2822-164B-AA92-E69960A011F3}" dt="2024-03-01T14:55:42.276" v="18886" actId="2696"/>
        <pc:sldMkLst>
          <pc:docMk/>
          <pc:sldMk cId="2546160602" sldId="990"/>
        </pc:sldMkLst>
      </pc:sldChg>
      <pc:sldChg chg="add del">
        <pc:chgData name="TOMIOKA Rio" userId="f1152ccc-8031-465f-b7e6-eeabb05e2b2e" providerId="ADAL" clId="{F01FFAAD-2822-164B-AA92-E69960A011F3}" dt="2024-03-01T14:50:39.660" v="18725"/>
        <pc:sldMkLst>
          <pc:docMk/>
          <pc:sldMk cId="3564174248" sldId="990"/>
        </pc:sldMkLst>
      </pc:sldChg>
      <pc:sldChg chg="addSp delSp modSp add del mod modAnim">
        <pc:chgData name="TOMIOKA Rio" userId="f1152ccc-8031-465f-b7e6-eeabb05e2b2e" providerId="ADAL" clId="{F01FFAAD-2822-164B-AA92-E69960A011F3}" dt="2024-03-01T15:13:53.462" v="19689" actId="2696"/>
        <pc:sldMkLst>
          <pc:docMk/>
          <pc:sldMk cId="2299060014" sldId="991"/>
        </pc:sldMkLst>
      </pc:sldChg>
      <pc:sldChg chg="addSp modSp add mod modAnim">
        <pc:chgData name="TOMIOKA Rio" userId="f1152ccc-8031-465f-b7e6-eeabb05e2b2e" providerId="ADAL" clId="{F01FFAAD-2822-164B-AA92-E69960A011F3}" dt="2024-03-01T15:13:03.885" v="19688" actId="20577"/>
        <pc:sldMkLst>
          <pc:docMk/>
          <pc:sldMk cId="4224223188" sldId="992"/>
        </pc:sldMkLst>
      </pc:sldChg>
    </pc:docChg>
  </pc:docChgLst>
  <pc:docChgLst>
    <pc:chgData name="TOMIOKA Rio" userId="f1152ccc-8031-465f-b7e6-eeabb05e2b2e" providerId="ADAL" clId="{27508AE8-31FB-7D46-AF5E-F53A4AF8E532}"/>
    <pc:docChg chg="undo redo custSel addSld delSld modSld sldOrd modMainMaster">
      <pc:chgData name="TOMIOKA Rio" userId="f1152ccc-8031-465f-b7e6-eeabb05e2b2e" providerId="ADAL" clId="{27508AE8-31FB-7D46-AF5E-F53A4AF8E532}" dt="2025-04-04T23:32:38.651" v="36275" actId="478"/>
      <pc:docMkLst>
        <pc:docMk/>
      </pc:docMkLst>
      <pc:sldChg chg="addSp delSp modSp mod ord modShow">
        <pc:chgData name="TOMIOKA Rio" userId="f1152ccc-8031-465f-b7e6-eeabb05e2b2e" providerId="ADAL" clId="{27508AE8-31FB-7D46-AF5E-F53A4AF8E532}" dt="2025-04-04T02:53:21.178" v="36267" actId="20577"/>
        <pc:sldMkLst>
          <pc:docMk/>
          <pc:sldMk cId="1878506968" sldId="861"/>
        </pc:sldMkLst>
      </pc:sldChg>
      <pc:sldChg chg="new del">
        <pc:chgData name="TOMIOKA Rio" userId="f1152ccc-8031-465f-b7e6-eeabb05e2b2e" providerId="ADAL" clId="{27508AE8-31FB-7D46-AF5E-F53A4AF8E532}" dt="2025-03-29T09:21:15.718" v="127" actId="2696"/>
        <pc:sldMkLst>
          <pc:docMk/>
          <pc:sldMk cId="2728028164" sldId="862"/>
        </pc:sldMkLst>
      </pc:sldChg>
      <pc:sldChg chg="modSp new del mod">
        <pc:chgData name="TOMIOKA Rio" userId="f1152ccc-8031-465f-b7e6-eeabb05e2b2e" providerId="ADAL" clId="{27508AE8-31FB-7D46-AF5E-F53A4AF8E532}" dt="2025-03-29T09:25:10.354" v="223" actId="2696"/>
        <pc:sldMkLst>
          <pc:docMk/>
          <pc:sldMk cId="3023341713" sldId="863"/>
        </pc:sldMkLst>
      </pc:sldChg>
      <pc:sldChg chg="modSp new del mod ord">
        <pc:chgData name="TOMIOKA Rio" userId="f1152ccc-8031-465f-b7e6-eeabb05e2b2e" providerId="ADAL" clId="{27508AE8-31FB-7D46-AF5E-F53A4AF8E532}" dt="2025-03-29T09:25:11.427" v="224" actId="2696"/>
        <pc:sldMkLst>
          <pc:docMk/>
          <pc:sldMk cId="1588326705" sldId="864"/>
        </pc:sldMkLst>
      </pc:sldChg>
      <pc:sldChg chg="addSp delSp modSp new mod addAnim delAnim modAnim modShow">
        <pc:chgData name="TOMIOKA Rio" userId="f1152ccc-8031-465f-b7e6-eeabb05e2b2e" providerId="ADAL" clId="{27508AE8-31FB-7D46-AF5E-F53A4AF8E532}" dt="2025-04-04T23:32:36.253" v="36273" actId="478"/>
        <pc:sldMkLst>
          <pc:docMk/>
          <pc:sldMk cId="717787709" sldId="865"/>
        </pc:sldMkLst>
      </pc:sldChg>
      <pc:sldChg chg="modSp new mod">
        <pc:chgData name="TOMIOKA Rio" userId="f1152ccc-8031-465f-b7e6-eeabb05e2b2e" providerId="ADAL" clId="{27508AE8-31FB-7D46-AF5E-F53A4AF8E532}" dt="2025-03-29T10:22:05.223" v="3107" actId="5793"/>
        <pc:sldMkLst>
          <pc:docMk/>
          <pc:sldMk cId="1651437810" sldId="866"/>
        </pc:sldMkLst>
      </pc:sldChg>
      <pc:sldChg chg="modSp new mod">
        <pc:chgData name="TOMIOKA Rio" userId="f1152ccc-8031-465f-b7e6-eeabb05e2b2e" providerId="ADAL" clId="{27508AE8-31FB-7D46-AF5E-F53A4AF8E532}" dt="2025-04-01T10:43:37.617" v="27778" actId="20577"/>
        <pc:sldMkLst>
          <pc:docMk/>
          <pc:sldMk cId="1296209333" sldId="867"/>
        </pc:sldMkLst>
      </pc:sldChg>
      <pc:sldChg chg="modSp add del mod">
        <pc:chgData name="TOMIOKA Rio" userId="f1152ccc-8031-465f-b7e6-eeabb05e2b2e" providerId="ADAL" clId="{27508AE8-31FB-7D46-AF5E-F53A4AF8E532}" dt="2025-03-29T10:42:30.137" v="4888" actId="2696"/>
        <pc:sldMkLst>
          <pc:docMk/>
          <pc:sldMk cId="2676870485" sldId="868"/>
        </pc:sldMkLst>
      </pc:sldChg>
      <pc:sldChg chg="addSp delSp modSp new mod">
        <pc:chgData name="TOMIOKA Rio" userId="f1152ccc-8031-465f-b7e6-eeabb05e2b2e" providerId="ADAL" clId="{27508AE8-31FB-7D46-AF5E-F53A4AF8E532}" dt="2025-03-29T11:10:47.444" v="5308" actId="20577"/>
        <pc:sldMkLst>
          <pc:docMk/>
          <pc:sldMk cId="247982023" sldId="869"/>
        </pc:sldMkLst>
      </pc:sldChg>
      <pc:sldChg chg="modSp add del mod">
        <pc:chgData name="TOMIOKA Rio" userId="f1152ccc-8031-465f-b7e6-eeabb05e2b2e" providerId="ADAL" clId="{27508AE8-31FB-7D46-AF5E-F53A4AF8E532}" dt="2025-04-01T10:45:49.310" v="27814" actId="2696"/>
        <pc:sldMkLst>
          <pc:docMk/>
          <pc:sldMk cId="2058248580" sldId="870"/>
        </pc:sldMkLst>
      </pc:sldChg>
      <pc:sldChg chg="modSp add del mod ord">
        <pc:chgData name="TOMIOKA Rio" userId="f1152ccc-8031-465f-b7e6-eeabb05e2b2e" providerId="ADAL" clId="{27508AE8-31FB-7D46-AF5E-F53A4AF8E532}" dt="2025-03-30T16:52:02.106" v="19064" actId="2696"/>
        <pc:sldMkLst>
          <pc:docMk/>
          <pc:sldMk cId="1593342895" sldId="871"/>
        </pc:sldMkLst>
      </pc:sldChg>
      <pc:sldChg chg="addSp modSp new mod">
        <pc:chgData name="TOMIOKA Rio" userId="f1152ccc-8031-465f-b7e6-eeabb05e2b2e" providerId="ADAL" clId="{27508AE8-31FB-7D46-AF5E-F53A4AF8E532}" dt="2025-03-30T14:23:40.893" v="12387" actId="20577"/>
        <pc:sldMkLst>
          <pc:docMk/>
          <pc:sldMk cId="127656198" sldId="872"/>
        </pc:sldMkLst>
      </pc:sldChg>
      <pc:sldChg chg="addSp delSp modSp add del mod ord">
        <pc:chgData name="TOMIOKA Rio" userId="f1152ccc-8031-465f-b7e6-eeabb05e2b2e" providerId="ADAL" clId="{27508AE8-31FB-7D46-AF5E-F53A4AF8E532}" dt="2025-03-29T11:25:48.903" v="5968" actId="2696"/>
        <pc:sldMkLst>
          <pc:docMk/>
          <pc:sldMk cId="9129427" sldId="873"/>
        </pc:sldMkLst>
      </pc:sldChg>
      <pc:sldChg chg="modSp add mod">
        <pc:chgData name="TOMIOKA Rio" userId="f1152ccc-8031-465f-b7e6-eeabb05e2b2e" providerId="ADAL" clId="{27508AE8-31FB-7D46-AF5E-F53A4AF8E532}" dt="2025-03-30T10:47:34.637" v="7785" actId="20577"/>
        <pc:sldMkLst>
          <pc:docMk/>
          <pc:sldMk cId="3015191245" sldId="874"/>
        </pc:sldMkLst>
      </pc:sldChg>
      <pc:sldChg chg="addSp delSp modSp new del mod">
        <pc:chgData name="TOMIOKA Rio" userId="f1152ccc-8031-465f-b7e6-eeabb05e2b2e" providerId="ADAL" clId="{27508AE8-31FB-7D46-AF5E-F53A4AF8E532}" dt="2025-03-29T11:31:56.695" v="6060" actId="2696"/>
        <pc:sldMkLst>
          <pc:docMk/>
          <pc:sldMk cId="3769621019" sldId="875"/>
        </pc:sldMkLst>
      </pc:sldChg>
      <pc:sldChg chg="addSp modSp new mod">
        <pc:chgData name="TOMIOKA Rio" userId="f1152ccc-8031-465f-b7e6-eeabb05e2b2e" providerId="ADAL" clId="{27508AE8-31FB-7D46-AF5E-F53A4AF8E532}" dt="2025-03-30T10:48:02.310" v="7804" actId="20577"/>
        <pc:sldMkLst>
          <pc:docMk/>
          <pc:sldMk cId="3394737940" sldId="876"/>
        </pc:sldMkLst>
      </pc:sldChg>
      <pc:sldChg chg="modSp add mod">
        <pc:chgData name="TOMIOKA Rio" userId="f1152ccc-8031-465f-b7e6-eeabb05e2b2e" providerId="ADAL" clId="{27508AE8-31FB-7D46-AF5E-F53A4AF8E532}" dt="2025-03-31T11:08:32.646" v="21182" actId="207"/>
        <pc:sldMkLst>
          <pc:docMk/>
          <pc:sldMk cId="775494738" sldId="877"/>
        </pc:sldMkLst>
      </pc:sldChg>
      <pc:sldChg chg="addSp delSp modSp new mod">
        <pc:chgData name="TOMIOKA Rio" userId="f1152ccc-8031-465f-b7e6-eeabb05e2b2e" providerId="ADAL" clId="{27508AE8-31FB-7D46-AF5E-F53A4AF8E532}" dt="2025-03-30T13:23:57.785" v="10783" actId="20577"/>
        <pc:sldMkLst>
          <pc:docMk/>
          <pc:sldMk cId="1471245825" sldId="878"/>
        </pc:sldMkLst>
      </pc:sldChg>
      <pc:sldChg chg="addSp delSp modSp new mod modAnim">
        <pc:chgData name="TOMIOKA Rio" userId="f1152ccc-8031-465f-b7e6-eeabb05e2b2e" providerId="ADAL" clId="{27508AE8-31FB-7D46-AF5E-F53A4AF8E532}" dt="2025-03-30T15:02:15.099" v="14424" actId="207"/>
        <pc:sldMkLst>
          <pc:docMk/>
          <pc:sldMk cId="3864806874" sldId="879"/>
        </pc:sldMkLst>
      </pc:sldChg>
      <pc:sldChg chg="addSp delSp modSp new mod">
        <pc:chgData name="TOMIOKA Rio" userId="f1152ccc-8031-465f-b7e6-eeabb05e2b2e" providerId="ADAL" clId="{27508AE8-31FB-7D46-AF5E-F53A4AF8E532}" dt="2025-03-30T14:19:56.275" v="12373" actId="20577"/>
        <pc:sldMkLst>
          <pc:docMk/>
          <pc:sldMk cId="3152245434" sldId="880"/>
        </pc:sldMkLst>
      </pc:sldChg>
      <pc:sldChg chg="add del">
        <pc:chgData name="TOMIOKA Rio" userId="f1152ccc-8031-465f-b7e6-eeabb05e2b2e" providerId="ADAL" clId="{27508AE8-31FB-7D46-AF5E-F53A4AF8E532}" dt="2025-03-29T11:43:52.381" v="6466" actId="2696"/>
        <pc:sldMkLst>
          <pc:docMk/>
          <pc:sldMk cId="3560629321" sldId="880"/>
        </pc:sldMkLst>
      </pc:sldChg>
      <pc:sldChg chg="modSp new del mod">
        <pc:chgData name="TOMIOKA Rio" userId="f1152ccc-8031-465f-b7e6-eeabb05e2b2e" providerId="ADAL" clId="{27508AE8-31FB-7D46-AF5E-F53A4AF8E532}" dt="2025-03-30T13:44:28.783" v="10841" actId="2696"/>
        <pc:sldMkLst>
          <pc:docMk/>
          <pc:sldMk cId="3891910668" sldId="881"/>
        </pc:sldMkLst>
      </pc:sldChg>
      <pc:sldChg chg="modSp new del mod">
        <pc:chgData name="TOMIOKA Rio" userId="f1152ccc-8031-465f-b7e6-eeabb05e2b2e" providerId="ADAL" clId="{27508AE8-31FB-7D46-AF5E-F53A4AF8E532}" dt="2025-03-29T16:22:12.408" v="7552" actId="2696"/>
        <pc:sldMkLst>
          <pc:docMk/>
          <pc:sldMk cId="671468934" sldId="882"/>
        </pc:sldMkLst>
      </pc:sldChg>
      <pc:sldChg chg="addSp delSp modSp add del mod modShow">
        <pc:chgData name="TOMIOKA Rio" userId="f1152ccc-8031-465f-b7e6-eeabb05e2b2e" providerId="ADAL" clId="{27508AE8-31FB-7D46-AF5E-F53A4AF8E532}" dt="2025-04-01T10:57:22.707" v="28085" actId="2696"/>
        <pc:sldMkLst>
          <pc:docMk/>
          <pc:sldMk cId="1780331616" sldId="882"/>
        </pc:sldMkLst>
      </pc:sldChg>
      <pc:sldChg chg="modSp add del mod">
        <pc:chgData name="TOMIOKA Rio" userId="f1152ccc-8031-465f-b7e6-eeabb05e2b2e" providerId="ADAL" clId="{27508AE8-31FB-7D46-AF5E-F53A4AF8E532}" dt="2025-03-30T15:17:13.243" v="14782" actId="2696"/>
        <pc:sldMkLst>
          <pc:docMk/>
          <pc:sldMk cId="3494258470" sldId="882"/>
        </pc:sldMkLst>
      </pc:sldChg>
      <pc:sldChg chg="addSp delSp modSp add del mod setBg">
        <pc:chgData name="TOMIOKA Rio" userId="f1152ccc-8031-465f-b7e6-eeabb05e2b2e" providerId="ADAL" clId="{27508AE8-31FB-7D46-AF5E-F53A4AF8E532}" dt="2025-03-30T15:17:13.243" v="14782" actId="2696"/>
        <pc:sldMkLst>
          <pc:docMk/>
          <pc:sldMk cId="1513850514" sldId="883"/>
        </pc:sldMkLst>
      </pc:sldChg>
      <pc:sldChg chg="modSp add del mod modShow">
        <pc:chgData name="TOMIOKA Rio" userId="f1152ccc-8031-465f-b7e6-eeabb05e2b2e" providerId="ADAL" clId="{27508AE8-31FB-7D46-AF5E-F53A4AF8E532}" dt="2025-04-01T10:55:50.259" v="28075" actId="2696"/>
        <pc:sldMkLst>
          <pc:docMk/>
          <pc:sldMk cId="4065178009" sldId="883"/>
        </pc:sldMkLst>
      </pc:sldChg>
      <pc:sldChg chg="delSp add del mod">
        <pc:chgData name="TOMIOKA Rio" userId="f1152ccc-8031-465f-b7e6-eeabb05e2b2e" providerId="ADAL" clId="{27508AE8-31FB-7D46-AF5E-F53A4AF8E532}" dt="2025-03-29T16:30:03.472" v="7780" actId="2696"/>
        <pc:sldMkLst>
          <pc:docMk/>
          <pc:sldMk cId="1146266693" sldId="884"/>
        </pc:sldMkLst>
      </pc:sldChg>
      <pc:sldChg chg="addSp delSp modSp new del mod">
        <pc:chgData name="TOMIOKA Rio" userId="f1152ccc-8031-465f-b7e6-eeabb05e2b2e" providerId="ADAL" clId="{27508AE8-31FB-7D46-AF5E-F53A4AF8E532}" dt="2025-03-30T14:09:34.566" v="11996" actId="2696"/>
        <pc:sldMkLst>
          <pc:docMk/>
          <pc:sldMk cId="1374146868" sldId="884"/>
        </pc:sldMkLst>
      </pc:sldChg>
      <pc:sldChg chg="addSp modSp add del mod modShow">
        <pc:chgData name="TOMIOKA Rio" userId="f1152ccc-8031-465f-b7e6-eeabb05e2b2e" providerId="ADAL" clId="{27508AE8-31FB-7D46-AF5E-F53A4AF8E532}" dt="2025-04-01T10:57:43.834" v="28089" actId="2696"/>
        <pc:sldMkLst>
          <pc:docMk/>
          <pc:sldMk cId="4047170228" sldId="884"/>
        </pc:sldMkLst>
      </pc:sldChg>
      <pc:sldChg chg="new del setBg">
        <pc:chgData name="TOMIOKA Rio" userId="f1152ccc-8031-465f-b7e6-eeabb05e2b2e" providerId="ADAL" clId="{27508AE8-31FB-7D46-AF5E-F53A4AF8E532}" dt="2025-03-30T16:10:20.768" v="17527" actId="2696"/>
        <pc:sldMkLst>
          <pc:docMk/>
          <pc:sldMk cId="1571213266" sldId="885"/>
        </pc:sldMkLst>
      </pc:sldChg>
      <pc:sldChg chg="addSp delSp modSp add mod">
        <pc:chgData name="TOMIOKA Rio" userId="f1152ccc-8031-465f-b7e6-eeabb05e2b2e" providerId="ADAL" clId="{27508AE8-31FB-7D46-AF5E-F53A4AF8E532}" dt="2025-03-31T11:09:27.168" v="21184" actId="478"/>
        <pc:sldMkLst>
          <pc:docMk/>
          <pc:sldMk cId="2832923448" sldId="886"/>
        </pc:sldMkLst>
      </pc:sldChg>
      <pc:sldChg chg="addSp delSp modSp add mod">
        <pc:chgData name="TOMIOKA Rio" userId="f1152ccc-8031-465f-b7e6-eeabb05e2b2e" providerId="ADAL" clId="{27508AE8-31FB-7D46-AF5E-F53A4AF8E532}" dt="2025-03-30T15:02:18.543" v="14425" actId="207"/>
        <pc:sldMkLst>
          <pc:docMk/>
          <pc:sldMk cId="1862842904" sldId="887"/>
        </pc:sldMkLst>
      </pc:sldChg>
      <pc:sldChg chg="addSp delSp modSp add mod">
        <pc:chgData name="TOMIOKA Rio" userId="f1152ccc-8031-465f-b7e6-eeabb05e2b2e" providerId="ADAL" clId="{27508AE8-31FB-7D46-AF5E-F53A4AF8E532}" dt="2025-03-31T05:48:46.584" v="19295" actId="20577"/>
        <pc:sldMkLst>
          <pc:docMk/>
          <pc:sldMk cId="1983731576" sldId="888"/>
        </pc:sldMkLst>
      </pc:sldChg>
      <pc:sldChg chg="addSp delSp modSp add mod">
        <pc:chgData name="TOMIOKA Rio" userId="f1152ccc-8031-465f-b7e6-eeabb05e2b2e" providerId="ADAL" clId="{27508AE8-31FB-7D46-AF5E-F53A4AF8E532}" dt="2025-03-30T15:02:25.908" v="14427" actId="207"/>
        <pc:sldMkLst>
          <pc:docMk/>
          <pc:sldMk cId="3646615302" sldId="889"/>
        </pc:sldMkLst>
      </pc:sldChg>
      <pc:sldChg chg="addSp delSp modSp add mod">
        <pc:chgData name="TOMIOKA Rio" userId="f1152ccc-8031-465f-b7e6-eeabb05e2b2e" providerId="ADAL" clId="{27508AE8-31FB-7D46-AF5E-F53A4AF8E532}" dt="2025-03-30T15:22:56.315" v="14818" actId="478"/>
        <pc:sldMkLst>
          <pc:docMk/>
          <pc:sldMk cId="1748803568" sldId="890"/>
        </pc:sldMkLst>
      </pc:sldChg>
      <pc:sldChg chg="addSp delSp modSp add mod ord">
        <pc:chgData name="TOMIOKA Rio" userId="f1152ccc-8031-465f-b7e6-eeabb05e2b2e" providerId="ADAL" clId="{27508AE8-31FB-7D46-AF5E-F53A4AF8E532}" dt="2025-03-31T07:26:42.590" v="19840" actId="693"/>
        <pc:sldMkLst>
          <pc:docMk/>
          <pc:sldMk cId="3488433772" sldId="891"/>
        </pc:sldMkLst>
      </pc:sldChg>
      <pc:sldChg chg="modSp add del mod ord">
        <pc:chgData name="TOMIOKA Rio" userId="f1152ccc-8031-465f-b7e6-eeabb05e2b2e" providerId="ADAL" clId="{27508AE8-31FB-7D46-AF5E-F53A4AF8E532}" dt="2025-03-30T15:10:04.115" v="14614" actId="2696"/>
        <pc:sldMkLst>
          <pc:docMk/>
          <pc:sldMk cId="3663160686" sldId="892"/>
        </pc:sldMkLst>
      </pc:sldChg>
      <pc:sldChg chg="addSp delSp modSp add mod">
        <pc:chgData name="TOMIOKA Rio" userId="f1152ccc-8031-465f-b7e6-eeabb05e2b2e" providerId="ADAL" clId="{27508AE8-31FB-7D46-AF5E-F53A4AF8E532}" dt="2025-03-31T08:03:27.432" v="20140" actId="1036"/>
        <pc:sldMkLst>
          <pc:docMk/>
          <pc:sldMk cId="3349133473" sldId="893"/>
        </pc:sldMkLst>
      </pc:sldChg>
      <pc:sldChg chg="addSp delSp modSp add mod">
        <pc:chgData name="TOMIOKA Rio" userId="f1152ccc-8031-465f-b7e6-eeabb05e2b2e" providerId="ADAL" clId="{27508AE8-31FB-7D46-AF5E-F53A4AF8E532}" dt="2025-03-31T08:39:32.989" v="20335" actId="1076"/>
        <pc:sldMkLst>
          <pc:docMk/>
          <pc:sldMk cId="2525757638" sldId="894"/>
        </pc:sldMkLst>
      </pc:sldChg>
      <pc:sldChg chg="addSp delSp modSp add mod">
        <pc:chgData name="TOMIOKA Rio" userId="f1152ccc-8031-465f-b7e6-eeabb05e2b2e" providerId="ADAL" clId="{27508AE8-31FB-7D46-AF5E-F53A4AF8E532}" dt="2025-04-01T06:15:17.791" v="24515" actId="692"/>
        <pc:sldMkLst>
          <pc:docMk/>
          <pc:sldMk cId="2825611677" sldId="895"/>
        </pc:sldMkLst>
      </pc:sldChg>
      <pc:sldChg chg="modSp add del mod">
        <pc:chgData name="TOMIOKA Rio" userId="f1152ccc-8031-465f-b7e6-eeabb05e2b2e" providerId="ADAL" clId="{27508AE8-31FB-7D46-AF5E-F53A4AF8E532}" dt="2025-03-30T15:30:09.722" v="15611" actId="2696"/>
        <pc:sldMkLst>
          <pc:docMk/>
          <pc:sldMk cId="1934619941" sldId="896"/>
        </pc:sldMkLst>
      </pc:sldChg>
      <pc:sldChg chg="new del">
        <pc:chgData name="TOMIOKA Rio" userId="f1152ccc-8031-465f-b7e6-eeabb05e2b2e" providerId="ADAL" clId="{27508AE8-31FB-7D46-AF5E-F53A4AF8E532}" dt="2025-03-30T15:13:03.989" v="14708" actId="2696"/>
        <pc:sldMkLst>
          <pc:docMk/>
          <pc:sldMk cId="774390852" sldId="897"/>
        </pc:sldMkLst>
      </pc:sldChg>
      <pc:sldChg chg="addSp delSp modSp add mod">
        <pc:chgData name="TOMIOKA Rio" userId="f1152ccc-8031-465f-b7e6-eeabb05e2b2e" providerId="ADAL" clId="{27508AE8-31FB-7D46-AF5E-F53A4AF8E532}" dt="2025-03-31T11:10:55.796" v="21190" actId="207"/>
        <pc:sldMkLst>
          <pc:docMk/>
          <pc:sldMk cId="3011647314" sldId="898"/>
        </pc:sldMkLst>
      </pc:sldChg>
      <pc:sldChg chg="addSp modSp add mod">
        <pc:chgData name="TOMIOKA Rio" userId="f1152ccc-8031-465f-b7e6-eeabb05e2b2e" providerId="ADAL" clId="{27508AE8-31FB-7D46-AF5E-F53A4AF8E532}" dt="2025-03-30T15:15:42.322" v="14759" actId="207"/>
        <pc:sldMkLst>
          <pc:docMk/>
          <pc:sldMk cId="3594452757" sldId="899"/>
        </pc:sldMkLst>
      </pc:sldChg>
      <pc:sldChg chg="addSp delSp modSp add mod">
        <pc:chgData name="TOMIOKA Rio" userId="f1152ccc-8031-465f-b7e6-eeabb05e2b2e" providerId="ADAL" clId="{27508AE8-31FB-7D46-AF5E-F53A4AF8E532}" dt="2025-03-31T11:07:07.640" v="21180" actId="1076"/>
        <pc:sldMkLst>
          <pc:docMk/>
          <pc:sldMk cId="2139538257" sldId="900"/>
        </pc:sldMkLst>
      </pc:sldChg>
      <pc:sldChg chg="modSp add mod">
        <pc:chgData name="TOMIOKA Rio" userId="f1152ccc-8031-465f-b7e6-eeabb05e2b2e" providerId="ADAL" clId="{27508AE8-31FB-7D46-AF5E-F53A4AF8E532}" dt="2025-03-30T16:08:33.474" v="17523" actId="20577"/>
        <pc:sldMkLst>
          <pc:docMk/>
          <pc:sldMk cId="1800186206" sldId="901"/>
        </pc:sldMkLst>
      </pc:sldChg>
      <pc:sldChg chg="addSp delSp modSp add mod">
        <pc:chgData name="TOMIOKA Rio" userId="f1152ccc-8031-465f-b7e6-eeabb05e2b2e" providerId="ADAL" clId="{27508AE8-31FB-7D46-AF5E-F53A4AF8E532}" dt="2025-03-30T15:23:48.891" v="14888" actId="207"/>
        <pc:sldMkLst>
          <pc:docMk/>
          <pc:sldMk cId="2140105185" sldId="902"/>
        </pc:sldMkLst>
      </pc:sldChg>
      <pc:sldChg chg="modSp new del mod">
        <pc:chgData name="TOMIOKA Rio" userId="f1152ccc-8031-465f-b7e6-eeabb05e2b2e" providerId="ADAL" clId="{27508AE8-31FB-7D46-AF5E-F53A4AF8E532}" dt="2025-03-31T10:53:03.834" v="20414" actId="2696"/>
        <pc:sldMkLst>
          <pc:docMk/>
          <pc:sldMk cId="3099981565" sldId="903"/>
        </pc:sldMkLst>
      </pc:sldChg>
      <pc:sldChg chg="modSp new del mod">
        <pc:chgData name="TOMIOKA Rio" userId="f1152ccc-8031-465f-b7e6-eeabb05e2b2e" providerId="ADAL" clId="{27508AE8-31FB-7D46-AF5E-F53A4AF8E532}" dt="2025-03-31T11:02:48.362" v="20999" actId="2696"/>
        <pc:sldMkLst>
          <pc:docMk/>
          <pc:sldMk cId="3077058292" sldId="904"/>
        </pc:sldMkLst>
      </pc:sldChg>
      <pc:sldChg chg="modSp new del mod">
        <pc:chgData name="TOMIOKA Rio" userId="f1152ccc-8031-465f-b7e6-eeabb05e2b2e" providerId="ADAL" clId="{27508AE8-31FB-7D46-AF5E-F53A4AF8E532}" dt="2025-03-31T11:02:41.155" v="20998" actId="2696"/>
        <pc:sldMkLst>
          <pc:docMk/>
          <pc:sldMk cId="3322530833" sldId="905"/>
        </pc:sldMkLst>
      </pc:sldChg>
      <pc:sldChg chg="modSp new del mod">
        <pc:chgData name="TOMIOKA Rio" userId="f1152ccc-8031-465f-b7e6-eeabb05e2b2e" providerId="ADAL" clId="{27508AE8-31FB-7D46-AF5E-F53A4AF8E532}" dt="2025-03-31T11:07:30.666" v="21181" actId="2696"/>
        <pc:sldMkLst>
          <pc:docMk/>
          <pc:sldMk cId="76588850" sldId="906"/>
        </pc:sldMkLst>
      </pc:sldChg>
      <pc:sldChg chg="modSp new del mod modShow">
        <pc:chgData name="TOMIOKA Rio" userId="f1152ccc-8031-465f-b7e6-eeabb05e2b2e" providerId="ADAL" clId="{27508AE8-31FB-7D46-AF5E-F53A4AF8E532}" dt="2025-04-01T04:16:22.376" v="24182" actId="2696"/>
        <pc:sldMkLst>
          <pc:docMk/>
          <pc:sldMk cId="2531316521" sldId="907"/>
        </pc:sldMkLst>
      </pc:sldChg>
      <pc:sldChg chg="modSp add del mod modShow">
        <pc:chgData name="TOMIOKA Rio" userId="f1152ccc-8031-465f-b7e6-eeabb05e2b2e" providerId="ADAL" clId="{27508AE8-31FB-7D46-AF5E-F53A4AF8E532}" dt="2025-04-01T10:48:59.645" v="27841" actId="2696"/>
        <pc:sldMkLst>
          <pc:docMk/>
          <pc:sldMk cId="1772516570" sldId="908"/>
        </pc:sldMkLst>
      </pc:sldChg>
      <pc:sldChg chg="modSp add del mod modShow">
        <pc:chgData name="TOMIOKA Rio" userId="f1152ccc-8031-465f-b7e6-eeabb05e2b2e" providerId="ADAL" clId="{27508AE8-31FB-7D46-AF5E-F53A4AF8E532}" dt="2025-04-01T04:16:13.796" v="24179" actId="2696"/>
        <pc:sldMkLst>
          <pc:docMk/>
          <pc:sldMk cId="4065741091" sldId="909"/>
        </pc:sldMkLst>
      </pc:sldChg>
      <pc:sldChg chg="modSp add del mod modShow">
        <pc:chgData name="TOMIOKA Rio" userId="f1152ccc-8031-465f-b7e6-eeabb05e2b2e" providerId="ADAL" clId="{27508AE8-31FB-7D46-AF5E-F53A4AF8E532}" dt="2025-04-01T06:10:00.700" v="24187" actId="2696"/>
        <pc:sldMkLst>
          <pc:docMk/>
          <pc:sldMk cId="2074172134" sldId="910"/>
        </pc:sldMkLst>
      </pc:sldChg>
      <pc:sldChg chg="modSp add del mod modShow">
        <pc:chgData name="TOMIOKA Rio" userId="f1152ccc-8031-465f-b7e6-eeabb05e2b2e" providerId="ADAL" clId="{27508AE8-31FB-7D46-AF5E-F53A4AF8E532}" dt="2025-04-01T10:49:14.987" v="27845" actId="2696"/>
        <pc:sldMkLst>
          <pc:docMk/>
          <pc:sldMk cId="644377329" sldId="911"/>
        </pc:sldMkLst>
      </pc:sldChg>
      <pc:sldChg chg="add del mod modShow">
        <pc:chgData name="TOMIOKA Rio" userId="f1152ccc-8031-465f-b7e6-eeabb05e2b2e" providerId="ADAL" clId="{27508AE8-31FB-7D46-AF5E-F53A4AF8E532}" dt="2025-04-01T10:49:09.760" v="27843" actId="2696"/>
        <pc:sldMkLst>
          <pc:docMk/>
          <pc:sldMk cId="4236597033" sldId="912"/>
        </pc:sldMkLst>
      </pc:sldChg>
      <pc:sldChg chg="addSp delSp modSp new mod modShow">
        <pc:chgData name="TOMIOKA Rio" userId="f1152ccc-8031-465f-b7e6-eeabb05e2b2e" providerId="ADAL" clId="{27508AE8-31FB-7D46-AF5E-F53A4AF8E532}" dt="2025-04-03T09:35:01.015" v="33853" actId="20577"/>
        <pc:sldMkLst>
          <pc:docMk/>
          <pc:sldMk cId="2664458192" sldId="913"/>
        </pc:sldMkLst>
      </pc:sldChg>
      <pc:sldChg chg="addSp delSp modSp new mod addAnim delAnim modAnim modShow">
        <pc:chgData name="TOMIOKA Rio" userId="f1152ccc-8031-465f-b7e6-eeabb05e2b2e" providerId="ADAL" clId="{27508AE8-31FB-7D46-AF5E-F53A4AF8E532}" dt="2025-04-04T23:32:35.516" v="36272" actId="478"/>
        <pc:sldMkLst>
          <pc:docMk/>
          <pc:sldMk cId="2247317808" sldId="914"/>
        </pc:sldMkLst>
      </pc:sldChg>
      <pc:sldChg chg="modSp new mod modShow">
        <pc:chgData name="TOMIOKA Rio" userId="f1152ccc-8031-465f-b7e6-eeabb05e2b2e" providerId="ADAL" clId="{27508AE8-31FB-7D46-AF5E-F53A4AF8E532}" dt="2025-04-01T10:11:06.371" v="26758" actId="207"/>
        <pc:sldMkLst>
          <pc:docMk/>
          <pc:sldMk cId="2341133098" sldId="915"/>
        </pc:sldMkLst>
      </pc:sldChg>
      <pc:sldChg chg="add del mod modShow">
        <pc:chgData name="TOMIOKA Rio" userId="f1152ccc-8031-465f-b7e6-eeabb05e2b2e" providerId="ADAL" clId="{27508AE8-31FB-7D46-AF5E-F53A4AF8E532}" dt="2025-04-01T10:14:49.015" v="27123" actId="2696"/>
        <pc:sldMkLst>
          <pc:docMk/>
          <pc:sldMk cId="403991043" sldId="916"/>
        </pc:sldMkLst>
      </pc:sldChg>
      <pc:sldChg chg="addSp modSp new mod modShow">
        <pc:chgData name="TOMIOKA Rio" userId="f1152ccc-8031-465f-b7e6-eeabb05e2b2e" providerId="ADAL" clId="{27508AE8-31FB-7D46-AF5E-F53A4AF8E532}" dt="2025-04-01T10:10:18.737" v="26751" actId="20577"/>
        <pc:sldMkLst>
          <pc:docMk/>
          <pc:sldMk cId="4138158131" sldId="917"/>
        </pc:sldMkLst>
      </pc:sldChg>
      <pc:sldChg chg="delSp modSp new mod setBg modShow">
        <pc:chgData name="TOMIOKA Rio" userId="f1152ccc-8031-465f-b7e6-eeabb05e2b2e" providerId="ADAL" clId="{27508AE8-31FB-7D46-AF5E-F53A4AF8E532}" dt="2025-04-01T10:14:55.216" v="27124" actId="478"/>
        <pc:sldMkLst>
          <pc:docMk/>
          <pc:sldMk cId="1317403787" sldId="918"/>
        </pc:sldMkLst>
      </pc:sldChg>
      <pc:sldChg chg="modSp new mod">
        <pc:chgData name="TOMIOKA Rio" userId="f1152ccc-8031-465f-b7e6-eeabb05e2b2e" providerId="ADAL" clId="{27508AE8-31FB-7D46-AF5E-F53A4AF8E532}" dt="2025-03-31T11:12:28.277" v="21261" actId="20577"/>
        <pc:sldMkLst>
          <pc:docMk/>
          <pc:sldMk cId="1617079850" sldId="919"/>
        </pc:sldMkLst>
      </pc:sldChg>
      <pc:sldChg chg="addSp modSp add mod">
        <pc:chgData name="TOMIOKA Rio" userId="f1152ccc-8031-465f-b7e6-eeabb05e2b2e" providerId="ADAL" clId="{27508AE8-31FB-7D46-AF5E-F53A4AF8E532}" dt="2025-03-31T11:12:41.273" v="21297" actId="20577"/>
        <pc:sldMkLst>
          <pc:docMk/>
          <pc:sldMk cId="3665210937" sldId="920"/>
        </pc:sldMkLst>
      </pc:sldChg>
      <pc:sldChg chg="addSp delSp modSp add mod ord">
        <pc:chgData name="TOMIOKA Rio" userId="f1152ccc-8031-465f-b7e6-eeabb05e2b2e" providerId="ADAL" clId="{27508AE8-31FB-7D46-AF5E-F53A4AF8E532}" dt="2025-04-01T11:27:26.463" v="29332" actId="1076"/>
        <pc:sldMkLst>
          <pc:docMk/>
          <pc:sldMk cId="1640438245" sldId="921"/>
        </pc:sldMkLst>
      </pc:sldChg>
      <pc:sldChg chg="addSp delSp modSp add mod">
        <pc:chgData name="TOMIOKA Rio" userId="f1152ccc-8031-465f-b7e6-eeabb05e2b2e" providerId="ADAL" clId="{27508AE8-31FB-7D46-AF5E-F53A4AF8E532}" dt="2025-04-01T11:24:41.705" v="29252" actId="1076"/>
        <pc:sldMkLst>
          <pc:docMk/>
          <pc:sldMk cId="599491325" sldId="922"/>
        </pc:sldMkLst>
      </pc:sldChg>
      <pc:sldChg chg="modSp add mod">
        <pc:chgData name="TOMIOKA Rio" userId="f1152ccc-8031-465f-b7e6-eeabb05e2b2e" providerId="ADAL" clId="{27508AE8-31FB-7D46-AF5E-F53A4AF8E532}" dt="2025-03-31T11:12:36.316" v="21285" actId="20577"/>
        <pc:sldMkLst>
          <pc:docMk/>
          <pc:sldMk cId="1149329374" sldId="923"/>
        </pc:sldMkLst>
      </pc:sldChg>
      <pc:sldChg chg="add del">
        <pc:chgData name="TOMIOKA Rio" userId="f1152ccc-8031-465f-b7e6-eeabb05e2b2e" providerId="ADAL" clId="{27508AE8-31FB-7D46-AF5E-F53A4AF8E532}" dt="2025-03-30T16:34:22.995" v="18741" actId="2696"/>
        <pc:sldMkLst>
          <pc:docMk/>
          <pc:sldMk cId="543854644" sldId="924"/>
        </pc:sldMkLst>
      </pc:sldChg>
      <pc:sldChg chg="modSp add mod">
        <pc:chgData name="TOMIOKA Rio" userId="f1152ccc-8031-465f-b7e6-eeabb05e2b2e" providerId="ADAL" clId="{27508AE8-31FB-7D46-AF5E-F53A4AF8E532}" dt="2025-03-31T11:12:32.233" v="21273" actId="20577"/>
        <pc:sldMkLst>
          <pc:docMk/>
          <pc:sldMk cId="3034723262" sldId="924"/>
        </pc:sldMkLst>
      </pc:sldChg>
      <pc:sldChg chg="modSp add del mod ord">
        <pc:chgData name="TOMIOKA Rio" userId="f1152ccc-8031-465f-b7e6-eeabb05e2b2e" providerId="ADAL" clId="{27508AE8-31FB-7D46-AF5E-F53A4AF8E532}" dt="2025-04-01T10:48:29.378" v="27835" actId="2696"/>
        <pc:sldMkLst>
          <pc:docMk/>
          <pc:sldMk cId="2340733726" sldId="925"/>
        </pc:sldMkLst>
      </pc:sldChg>
      <pc:sldChg chg="modSp add del mod">
        <pc:chgData name="TOMIOKA Rio" userId="f1152ccc-8031-465f-b7e6-eeabb05e2b2e" providerId="ADAL" clId="{27508AE8-31FB-7D46-AF5E-F53A4AF8E532}" dt="2025-04-01T10:47:11.099" v="27818" actId="2696"/>
        <pc:sldMkLst>
          <pc:docMk/>
          <pc:sldMk cId="1857511489" sldId="926"/>
        </pc:sldMkLst>
      </pc:sldChg>
      <pc:sldChg chg="modSp new del mod">
        <pc:chgData name="TOMIOKA Rio" userId="f1152ccc-8031-465f-b7e6-eeabb05e2b2e" providerId="ADAL" clId="{27508AE8-31FB-7D46-AF5E-F53A4AF8E532}" dt="2025-03-31T11:18:09.756" v="21348" actId="2696"/>
        <pc:sldMkLst>
          <pc:docMk/>
          <pc:sldMk cId="3978886732" sldId="927"/>
        </pc:sldMkLst>
      </pc:sldChg>
      <pc:sldChg chg="add del">
        <pc:chgData name="TOMIOKA Rio" userId="f1152ccc-8031-465f-b7e6-eeabb05e2b2e" providerId="ADAL" clId="{27508AE8-31FB-7D46-AF5E-F53A4AF8E532}" dt="2025-03-30T16:51:57.053" v="19063" actId="2696"/>
        <pc:sldMkLst>
          <pc:docMk/>
          <pc:sldMk cId="2643945035" sldId="928"/>
        </pc:sldMkLst>
      </pc:sldChg>
      <pc:sldChg chg="addSp modSp add del mod">
        <pc:chgData name="TOMIOKA Rio" userId="f1152ccc-8031-465f-b7e6-eeabb05e2b2e" providerId="ADAL" clId="{27508AE8-31FB-7D46-AF5E-F53A4AF8E532}" dt="2025-03-31T11:18:34.689" v="21354" actId="2696"/>
        <pc:sldMkLst>
          <pc:docMk/>
          <pc:sldMk cId="1867161052" sldId="929"/>
        </pc:sldMkLst>
      </pc:sldChg>
      <pc:sldChg chg="delSp add del mod setBg modShow">
        <pc:chgData name="TOMIOKA Rio" userId="f1152ccc-8031-465f-b7e6-eeabb05e2b2e" providerId="ADAL" clId="{27508AE8-31FB-7D46-AF5E-F53A4AF8E532}" dt="2025-04-01T11:52:17.968" v="29652" actId="2696"/>
        <pc:sldMkLst>
          <pc:docMk/>
          <pc:sldMk cId="1833731368" sldId="930"/>
        </pc:sldMkLst>
      </pc:sldChg>
      <pc:sldChg chg="addSp delSp modSp add mod modShow">
        <pc:chgData name="TOMIOKA Rio" userId="f1152ccc-8031-465f-b7e6-eeabb05e2b2e" providerId="ADAL" clId="{27508AE8-31FB-7D46-AF5E-F53A4AF8E532}" dt="2025-04-01T11:50:49.842" v="29647" actId="478"/>
        <pc:sldMkLst>
          <pc:docMk/>
          <pc:sldMk cId="4085084636" sldId="931"/>
        </pc:sldMkLst>
      </pc:sldChg>
      <pc:sldChg chg="addSp modSp add mod modShow">
        <pc:chgData name="TOMIOKA Rio" userId="f1152ccc-8031-465f-b7e6-eeabb05e2b2e" providerId="ADAL" clId="{27508AE8-31FB-7D46-AF5E-F53A4AF8E532}" dt="2025-04-01T11:28:47.088" v="29333"/>
        <pc:sldMkLst>
          <pc:docMk/>
          <pc:sldMk cId="2573886143" sldId="932"/>
        </pc:sldMkLst>
      </pc:sldChg>
      <pc:sldChg chg="modSp add del mod modShow">
        <pc:chgData name="TOMIOKA Rio" userId="f1152ccc-8031-465f-b7e6-eeabb05e2b2e" providerId="ADAL" clId="{27508AE8-31FB-7D46-AF5E-F53A4AF8E532}" dt="2025-04-01T03:42:30.478" v="22550" actId="2696"/>
        <pc:sldMkLst>
          <pc:docMk/>
          <pc:sldMk cId="387539015" sldId="933"/>
        </pc:sldMkLst>
      </pc:sldChg>
      <pc:sldChg chg="modSp add del mod modShow">
        <pc:chgData name="TOMIOKA Rio" userId="f1152ccc-8031-465f-b7e6-eeabb05e2b2e" providerId="ADAL" clId="{27508AE8-31FB-7D46-AF5E-F53A4AF8E532}" dt="2025-04-01T10:44:31.653" v="27784" actId="2696"/>
        <pc:sldMkLst>
          <pc:docMk/>
          <pc:sldMk cId="1712147705" sldId="934"/>
        </pc:sldMkLst>
      </pc:sldChg>
      <pc:sldChg chg="add del mod modShow">
        <pc:chgData name="TOMIOKA Rio" userId="f1152ccc-8031-465f-b7e6-eeabb05e2b2e" providerId="ADAL" clId="{27508AE8-31FB-7D46-AF5E-F53A4AF8E532}" dt="2025-03-31T11:21:45.815" v="21362" actId="729"/>
        <pc:sldMkLst>
          <pc:docMk/>
          <pc:sldMk cId="4287684603" sldId="935"/>
        </pc:sldMkLst>
      </pc:sldChg>
      <pc:sldChg chg="add del">
        <pc:chgData name="TOMIOKA Rio" userId="f1152ccc-8031-465f-b7e6-eeabb05e2b2e" providerId="ADAL" clId="{27508AE8-31FB-7D46-AF5E-F53A4AF8E532}" dt="2025-03-30T16:57:19.383" v="19145" actId="2696"/>
        <pc:sldMkLst>
          <pc:docMk/>
          <pc:sldMk cId="329424583" sldId="936"/>
        </pc:sldMkLst>
      </pc:sldChg>
      <pc:sldChg chg="add del mod modShow">
        <pc:chgData name="TOMIOKA Rio" userId="f1152ccc-8031-465f-b7e6-eeabb05e2b2e" providerId="ADAL" clId="{27508AE8-31FB-7D46-AF5E-F53A4AF8E532}" dt="2025-04-01T10:48:53.009" v="27839" actId="2696"/>
        <pc:sldMkLst>
          <pc:docMk/>
          <pc:sldMk cId="580794030" sldId="936"/>
        </pc:sldMkLst>
      </pc:sldChg>
      <pc:sldChg chg="addSp delSp modSp new mod modShow">
        <pc:chgData name="TOMIOKA Rio" userId="f1152ccc-8031-465f-b7e6-eeabb05e2b2e" providerId="ADAL" clId="{27508AE8-31FB-7D46-AF5E-F53A4AF8E532}" dt="2025-04-01T10:14:16.499" v="27122" actId="20577"/>
        <pc:sldMkLst>
          <pc:docMk/>
          <pc:sldMk cId="2704486102" sldId="937"/>
        </pc:sldMkLst>
      </pc:sldChg>
      <pc:sldChg chg="modSp add del mod modShow">
        <pc:chgData name="TOMIOKA Rio" userId="f1152ccc-8031-465f-b7e6-eeabb05e2b2e" providerId="ADAL" clId="{27508AE8-31FB-7D46-AF5E-F53A4AF8E532}" dt="2025-04-01T11:50:46.478" v="29646" actId="2696"/>
        <pc:sldMkLst>
          <pc:docMk/>
          <pc:sldMk cId="4253653571" sldId="938"/>
        </pc:sldMkLst>
      </pc:sldChg>
      <pc:sldChg chg="delSp modSp add mod modShow">
        <pc:chgData name="TOMIOKA Rio" userId="f1152ccc-8031-465f-b7e6-eeabb05e2b2e" providerId="ADAL" clId="{27508AE8-31FB-7D46-AF5E-F53A4AF8E532}" dt="2025-03-31T11:21:45.815" v="21362" actId="729"/>
        <pc:sldMkLst>
          <pc:docMk/>
          <pc:sldMk cId="3996517879" sldId="939"/>
        </pc:sldMkLst>
      </pc:sldChg>
      <pc:sldChg chg="addSp delSp modSp new mod modShow">
        <pc:chgData name="TOMIOKA Rio" userId="f1152ccc-8031-465f-b7e6-eeabb05e2b2e" providerId="ADAL" clId="{27508AE8-31FB-7D46-AF5E-F53A4AF8E532}" dt="2025-04-01T11:03:52.197" v="28226" actId="20577"/>
        <pc:sldMkLst>
          <pc:docMk/>
          <pc:sldMk cId="2420125864" sldId="940"/>
        </pc:sldMkLst>
      </pc:sldChg>
      <pc:sldChg chg="new del">
        <pc:chgData name="TOMIOKA Rio" userId="f1152ccc-8031-465f-b7e6-eeabb05e2b2e" providerId="ADAL" clId="{27508AE8-31FB-7D46-AF5E-F53A4AF8E532}" dt="2025-03-31T06:19:58.651" v="19703" actId="2696"/>
        <pc:sldMkLst>
          <pc:docMk/>
          <pc:sldMk cId="2534151441" sldId="940"/>
        </pc:sldMkLst>
      </pc:sldChg>
      <pc:sldChg chg="modSp new mod setBg modShow">
        <pc:chgData name="TOMIOKA Rio" userId="f1152ccc-8031-465f-b7e6-eeabb05e2b2e" providerId="ADAL" clId="{27508AE8-31FB-7D46-AF5E-F53A4AF8E532}" dt="2025-04-01T11:59:43.192" v="29810" actId="20577"/>
        <pc:sldMkLst>
          <pc:docMk/>
          <pc:sldMk cId="101403154" sldId="941"/>
        </pc:sldMkLst>
      </pc:sldChg>
      <pc:sldChg chg="addSp delSp modSp add mod">
        <pc:chgData name="TOMIOKA Rio" userId="f1152ccc-8031-465f-b7e6-eeabb05e2b2e" providerId="ADAL" clId="{27508AE8-31FB-7D46-AF5E-F53A4AF8E532}" dt="2025-03-31T07:26:48.451" v="19842"/>
        <pc:sldMkLst>
          <pc:docMk/>
          <pc:sldMk cId="2034057937" sldId="942"/>
        </pc:sldMkLst>
      </pc:sldChg>
      <pc:sldChg chg="modSp add mod modShow">
        <pc:chgData name="TOMIOKA Rio" userId="f1152ccc-8031-465f-b7e6-eeabb05e2b2e" providerId="ADAL" clId="{27508AE8-31FB-7D46-AF5E-F53A4AF8E532}" dt="2025-04-01T11:03:45.054" v="28204" actId="20577"/>
        <pc:sldMkLst>
          <pc:docMk/>
          <pc:sldMk cId="3300231830" sldId="943"/>
        </pc:sldMkLst>
      </pc:sldChg>
      <pc:sldChg chg="modSp add mod modShow">
        <pc:chgData name="TOMIOKA Rio" userId="f1152ccc-8031-465f-b7e6-eeabb05e2b2e" providerId="ADAL" clId="{27508AE8-31FB-7D46-AF5E-F53A4AF8E532}" dt="2025-04-01T11:03:19.862" v="28195" actId="113"/>
        <pc:sldMkLst>
          <pc:docMk/>
          <pc:sldMk cId="870139846" sldId="944"/>
        </pc:sldMkLst>
      </pc:sldChg>
      <pc:sldChg chg="modSp add mod modShow">
        <pc:chgData name="TOMIOKA Rio" userId="f1152ccc-8031-465f-b7e6-eeabb05e2b2e" providerId="ADAL" clId="{27508AE8-31FB-7D46-AF5E-F53A4AF8E532}" dt="2025-04-01T11:03:13.022" v="28193" actId="113"/>
        <pc:sldMkLst>
          <pc:docMk/>
          <pc:sldMk cId="1853271609" sldId="945"/>
        </pc:sldMkLst>
      </pc:sldChg>
      <pc:sldChg chg="modSp new mod modShow">
        <pc:chgData name="TOMIOKA Rio" userId="f1152ccc-8031-465f-b7e6-eeabb05e2b2e" providerId="ADAL" clId="{27508AE8-31FB-7D46-AF5E-F53A4AF8E532}" dt="2025-03-31T11:20:13.693" v="21358" actId="729"/>
        <pc:sldMkLst>
          <pc:docMk/>
          <pc:sldMk cId="1586777122" sldId="946"/>
        </pc:sldMkLst>
      </pc:sldChg>
      <pc:sldChg chg="modSp add mod">
        <pc:chgData name="TOMIOKA Rio" userId="f1152ccc-8031-465f-b7e6-eeabb05e2b2e" providerId="ADAL" clId="{27508AE8-31FB-7D46-AF5E-F53A4AF8E532}" dt="2025-04-01T10:27:25.071" v="27205" actId="207"/>
        <pc:sldMkLst>
          <pc:docMk/>
          <pc:sldMk cId="3823184139" sldId="947"/>
        </pc:sldMkLst>
      </pc:sldChg>
      <pc:sldChg chg="add del">
        <pc:chgData name="TOMIOKA Rio" userId="f1152ccc-8031-465f-b7e6-eeabb05e2b2e" providerId="ADAL" clId="{27508AE8-31FB-7D46-AF5E-F53A4AF8E532}" dt="2025-04-01T11:22:45.781" v="29234" actId="2696"/>
        <pc:sldMkLst>
          <pc:docMk/>
          <pc:sldMk cId="1301914348" sldId="948"/>
        </pc:sldMkLst>
      </pc:sldChg>
      <pc:sldChg chg="addSp delSp modSp new mod ord modAnim">
        <pc:chgData name="TOMIOKA Rio" userId="f1152ccc-8031-465f-b7e6-eeabb05e2b2e" providerId="ADAL" clId="{27508AE8-31FB-7D46-AF5E-F53A4AF8E532}" dt="2025-04-01T11:20:27.269" v="29202"/>
        <pc:sldMkLst>
          <pc:docMk/>
          <pc:sldMk cId="528087875" sldId="949"/>
        </pc:sldMkLst>
      </pc:sldChg>
      <pc:sldChg chg="addSp delSp modSp new mod modNotesTx">
        <pc:chgData name="TOMIOKA Rio" userId="f1152ccc-8031-465f-b7e6-eeabb05e2b2e" providerId="ADAL" clId="{27508AE8-31FB-7D46-AF5E-F53A4AF8E532}" dt="2025-04-03T10:19:33.520" v="35357" actId="1076"/>
        <pc:sldMkLst>
          <pc:docMk/>
          <pc:sldMk cId="3281335953" sldId="950"/>
        </pc:sldMkLst>
      </pc:sldChg>
      <pc:sldChg chg="modSp add del mod">
        <pc:chgData name="TOMIOKA Rio" userId="f1152ccc-8031-465f-b7e6-eeabb05e2b2e" providerId="ADAL" clId="{27508AE8-31FB-7D46-AF5E-F53A4AF8E532}" dt="2025-04-01T03:46:56.333" v="22605" actId="2696"/>
        <pc:sldMkLst>
          <pc:docMk/>
          <pc:sldMk cId="846946647" sldId="951"/>
        </pc:sldMkLst>
      </pc:sldChg>
      <pc:sldChg chg="modSp new del mod">
        <pc:chgData name="TOMIOKA Rio" userId="f1152ccc-8031-465f-b7e6-eeabb05e2b2e" providerId="ADAL" clId="{27508AE8-31FB-7D46-AF5E-F53A4AF8E532}" dt="2025-04-01T03:43:54.935" v="22561" actId="2696"/>
        <pc:sldMkLst>
          <pc:docMk/>
          <pc:sldMk cId="2579135200" sldId="952"/>
        </pc:sldMkLst>
      </pc:sldChg>
      <pc:sldChg chg="modSp new add del mod">
        <pc:chgData name="TOMIOKA Rio" userId="f1152ccc-8031-465f-b7e6-eeabb05e2b2e" providerId="ADAL" clId="{27508AE8-31FB-7D46-AF5E-F53A4AF8E532}" dt="2025-04-01T03:46:38.856" v="22603" actId="2696"/>
        <pc:sldMkLst>
          <pc:docMk/>
          <pc:sldMk cId="3627654255" sldId="953"/>
        </pc:sldMkLst>
      </pc:sldChg>
      <pc:sldChg chg="add del">
        <pc:chgData name="TOMIOKA Rio" userId="f1152ccc-8031-465f-b7e6-eeabb05e2b2e" providerId="ADAL" clId="{27508AE8-31FB-7D46-AF5E-F53A4AF8E532}" dt="2025-04-01T03:43:27.740" v="22555" actId="2696"/>
        <pc:sldMkLst>
          <pc:docMk/>
          <pc:sldMk cId="759367992" sldId="954"/>
        </pc:sldMkLst>
      </pc:sldChg>
      <pc:sldChg chg="add del">
        <pc:chgData name="TOMIOKA Rio" userId="f1152ccc-8031-465f-b7e6-eeabb05e2b2e" providerId="ADAL" clId="{27508AE8-31FB-7D46-AF5E-F53A4AF8E532}" dt="2025-04-01T03:43:44.371" v="22559" actId="2696"/>
        <pc:sldMkLst>
          <pc:docMk/>
          <pc:sldMk cId="1206673755" sldId="954"/>
        </pc:sldMkLst>
      </pc:sldChg>
      <pc:sldChg chg="modSp add del mod ord">
        <pc:chgData name="TOMIOKA Rio" userId="f1152ccc-8031-465f-b7e6-eeabb05e2b2e" providerId="ADAL" clId="{27508AE8-31FB-7D46-AF5E-F53A4AF8E532}" dt="2025-04-03T10:35:26.343" v="36037" actId="2696"/>
        <pc:sldMkLst>
          <pc:docMk/>
          <pc:sldMk cId="2651392233" sldId="954"/>
        </pc:sldMkLst>
      </pc:sldChg>
      <pc:sldChg chg="modSp add mod">
        <pc:chgData name="TOMIOKA Rio" userId="f1152ccc-8031-465f-b7e6-eeabb05e2b2e" providerId="ADAL" clId="{27508AE8-31FB-7D46-AF5E-F53A4AF8E532}" dt="2025-04-03T10:44:38.460" v="36243" actId="20577"/>
        <pc:sldMkLst>
          <pc:docMk/>
          <pc:sldMk cId="869833332" sldId="955"/>
        </pc:sldMkLst>
      </pc:sldChg>
      <pc:sldChg chg="addSp delSp modSp new mod">
        <pc:chgData name="TOMIOKA Rio" userId="f1152ccc-8031-465f-b7e6-eeabb05e2b2e" providerId="ADAL" clId="{27508AE8-31FB-7D46-AF5E-F53A4AF8E532}" dt="2025-04-01T04:14:17.297" v="24177" actId="20577"/>
        <pc:sldMkLst>
          <pc:docMk/>
          <pc:sldMk cId="848193696" sldId="956"/>
        </pc:sldMkLst>
      </pc:sldChg>
      <pc:sldChg chg="modSp add del mod">
        <pc:chgData name="TOMIOKA Rio" userId="f1152ccc-8031-465f-b7e6-eeabb05e2b2e" providerId="ADAL" clId="{27508AE8-31FB-7D46-AF5E-F53A4AF8E532}" dt="2025-04-01T10:15:48.367" v="27131" actId="2696"/>
        <pc:sldMkLst>
          <pc:docMk/>
          <pc:sldMk cId="459382094" sldId="957"/>
        </pc:sldMkLst>
      </pc:sldChg>
      <pc:sldChg chg="add del">
        <pc:chgData name="TOMIOKA Rio" userId="f1152ccc-8031-465f-b7e6-eeabb05e2b2e" providerId="ADAL" clId="{27508AE8-31FB-7D46-AF5E-F53A4AF8E532}" dt="2025-04-01T04:16:17.853" v="24180" actId="2696"/>
        <pc:sldMkLst>
          <pc:docMk/>
          <pc:sldMk cId="3165480150" sldId="957"/>
        </pc:sldMkLst>
      </pc:sldChg>
      <pc:sldChg chg="modSp add del mod ord">
        <pc:chgData name="TOMIOKA Rio" userId="f1152ccc-8031-465f-b7e6-eeabb05e2b2e" providerId="ADAL" clId="{27508AE8-31FB-7D46-AF5E-F53A4AF8E532}" dt="2025-04-03T10:35:06.968" v="36032" actId="2696"/>
        <pc:sldMkLst>
          <pc:docMk/>
          <pc:sldMk cId="2068984741" sldId="958"/>
        </pc:sldMkLst>
      </pc:sldChg>
      <pc:sldChg chg="new del">
        <pc:chgData name="TOMIOKA Rio" userId="f1152ccc-8031-465f-b7e6-eeabb05e2b2e" providerId="ADAL" clId="{27508AE8-31FB-7D46-AF5E-F53A4AF8E532}" dt="2025-04-01T08:01:56.618" v="25021" actId="2696"/>
        <pc:sldMkLst>
          <pc:docMk/>
          <pc:sldMk cId="2146460984" sldId="959"/>
        </pc:sldMkLst>
      </pc:sldChg>
      <pc:sldChg chg="addSp modSp new del mod">
        <pc:chgData name="TOMIOKA Rio" userId="f1152ccc-8031-465f-b7e6-eeabb05e2b2e" providerId="ADAL" clId="{27508AE8-31FB-7D46-AF5E-F53A4AF8E532}" dt="2025-04-03T09:54:32.970" v="34740" actId="2696"/>
        <pc:sldMkLst>
          <pc:docMk/>
          <pc:sldMk cId="2423901325" sldId="959"/>
        </pc:sldMkLst>
      </pc:sldChg>
      <pc:sldChg chg="new del">
        <pc:chgData name="TOMIOKA Rio" userId="f1152ccc-8031-465f-b7e6-eeabb05e2b2e" providerId="ADAL" clId="{27508AE8-31FB-7D46-AF5E-F53A4AF8E532}" dt="2025-04-01T10:44:16.524" v="27782" actId="2696"/>
        <pc:sldMkLst>
          <pc:docMk/>
          <pc:sldMk cId="172727309" sldId="960"/>
        </pc:sldMkLst>
      </pc:sldChg>
      <pc:sldChg chg="add">
        <pc:chgData name="TOMIOKA Rio" userId="f1152ccc-8031-465f-b7e6-eeabb05e2b2e" providerId="ADAL" clId="{27508AE8-31FB-7D46-AF5E-F53A4AF8E532}" dt="2025-04-01T10:44:30.024" v="27783"/>
        <pc:sldMkLst>
          <pc:docMk/>
          <pc:sldMk cId="2668217054" sldId="960"/>
        </pc:sldMkLst>
      </pc:sldChg>
      <pc:sldChg chg="modSp add mod">
        <pc:chgData name="TOMIOKA Rio" userId="f1152ccc-8031-465f-b7e6-eeabb05e2b2e" providerId="ADAL" clId="{27508AE8-31FB-7D46-AF5E-F53A4AF8E532}" dt="2025-04-01T10:46:01.563" v="27816" actId="207"/>
        <pc:sldMkLst>
          <pc:docMk/>
          <pc:sldMk cId="3327463408" sldId="961"/>
        </pc:sldMkLst>
      </pc:sldChg>
      <pc:sldChg chg="modSp new del mod">
        <pc:chgData name="TOMIOKA Rio" userId="f1152ccc-8031-465f-b7e6-eeabb05e2b2e" providerId="ADAL" clId="{27508AE8-31FB-7D46-AF5E-F53A4AF8E532}" dt="2025-04-01T10:44:53.438" v="27812" actId="2696"/>
        <pc:sldMkLst>
          <pc:docMk/>
          <pc:sldMk cId="3723332394" sldId="961"/>
        </pc:sldMkLst>
      </pc:sldChg>
      <pc:sldChg chg="addSp delSp modSp add mod">
        <pc:chgData name="TOMIOKA Rio" userId="f1152ccc-8031-465f-b7e6-eeabb05e2b2e" providerId="ADAL" clId="{27508AE8-31FB-7D46-AF5E-F53A4AF8E532}" dt="2025-04-01T10:48:11.371" v="27833" actId="478"/>
        <pc:sldMkLst>
          <pc:docMk/>
          <pc:sldMk cId="4226801961" sldId="962"/>
        </pc:sldMkLst>
      </pc:sldChg>
      <pc:sldChg chg="add del">
        <pc:chgData name="TOMIOKA Rio" userId="f1152ccc-8031-465f-b7e6-eeabb05e2b2e" providerId="ADAL" clId="{27508AE8-31FB-7D46-AF5E-F53A4AF8E532}" dt="2025-04-01T10:47:31.386" v="27824"/>
        <pc:sldMkLst>
          <pc:docMk/>
          <pc:sldMk cId="809145702" sldId="963"/>
        </pc:sldMkLst>
      </pc:sldChg>
      <pc:sldChg chg="modSp add mod">
        <pc:chgData name="TOMIOKA Rio" userId="f1152ccc-8031-465f-b7e6-eeabb05e2b2e" providerId="ADAL" clId="{27508AE8-31FB-7D46-AF5E-F53A4AF8E532}" dt="2025-04-01T10:48:36.677" v="27837" actId="207"/>
        <pc:sldMkLst>
          <pc:docMk/>
          <pc:sldMk cId="2478145582" sldId="963"/>
        </pc:sldMkLst>
      </pc:sldChg>
      <pc:sldChg chg="modSp add mod">
        <pc:chgData name="TOMIOKA Rio" userId="f1152ccc-8031-465f-b7e6-eeabb05e2b2e" providerId="ADAL" clId="{27508AE8-31FB-7D46-AF5E-F53A4AF8E532}" dt="2025-04-03T09:35:41.497" v="33897" actId="20577"/>
        <pc:sldMkLst>
          <pc:docMk/>
          <pc:sldMk cId="1464930678" sldId="964"/>
        </pc:sldMkLst>
      </pc:sldChg>
      <pc:sldChg chg="modSp add mod">
        <pc:chgData name="TOMIOKA Rio" userId="f1152ccc-8031-465f-b7e6-eeabb05e2b2e" providerId="ADAL" clId="{27508AE8-31FB-7D46-AF5E-F53A4AF8E532}" dt="2025-04-01T10:49:30.850" v="27848" actId="207"/>
        <pc:sldMkLst>
          <pc:docMk/>
          <pc:sldMk cId="3782503978" sldId="965"/>
        </pc:sldMkLst>
      </pc:sldChg>
      <pc:sldChg chg="addSp modSp new del mod">
        <pc:chgData name="TOMIOKA Rio" userId="f1152ccc-8031-465f-b7e6-eeabb05e2b2e" providerId="ADAL" clId="{27508AE8-31FB-7D46-AF5E-F53A4AF8E532}" dt="2025-04-01T10:59:01.709" v="28125" actId="2696"/>
        <pc:sldMkLst>
          <pc:docMk/>
          <pc:sldMk cId="2156436402" sldId="966"/>
        </pc:sldMkLst>
      </pc:sldChg>
      <pc:sldChg chg="addSp delSp modSp add del mod">
        <pc:chgData name="TOMIOKA Rio" userId="f1152ccc-8031-465f-b7e6-eeabb05e2b2e" providerId="ADAL" clId="{27508AE8-31FB-7D46-AF5E-F53A4AF8E532}" dt="2025-04-01T10:55:51.325" v="28076" actId="2696"/>
        <pc:sldMkLst>
          <pc:docMk/>
          <pc:sldMk cId="4172025595" sldId="966"/>
        </pc:sldMkLst>
      </pc:sldChg>
      <pc:sldChg chg="add del">
        <pc:chgData name="TOMIOKA Rio" userId="f1152ccc-8031-465f-b7e6-eeabb05e2b2e" providerId="ADAL" clId="{27508AE8-31FB-7D46-AF5E-F53A4AF8E532}" dt="2025-04-01T11:00:02.623" v="28135"/>
        <pc:sldMkLst>
          <pc:docMk/>
          <pc:sldMk cId="9909986" sldId="967"/>
        </pc:sldMkLst>
      </pc:sldChg>
      <pc:sldChg chg="addSp modSp add mod">
        <pc:chgData name="TOMIOKA Rio" userId="f1152ccc-8031-465f-b7e6-eeabb05e2b2e" providerId="ADAL" clId="{27508AE8-31FB-7D46-AF5E-F53A4AF8E532}" dt="2025-04-01T12:13:12.271" v="30017" actId="20577"/>
        <pc:sldMkLst>
          <pc:docMk/>
          <pc:sldMk cId="712442419" sldId="967"/>
        </pc:sldMkLst>
      </pc:sldChg>
      <pc:sldChg chg="addSp modSp new add del mod">
        <pc:chgData name="TOMIOKA Rio" userId="f1152ccc-8031-465f-b7e6-eeabb05e2b2e" providerId="ADAL" clId="{27508AE8-31FB-7D46-AF5E-F53A4AF8E532}" dt="2025-04-01T11:51:55.916" v="29650" actId="2696"/>
        <pc:sldMkLst>
          <pc:docMk/>
          <pc:sldMk cId="782452417" sldId="967"/>
        </pc:sldMkLst>
      </pc:sldChg>
      <pc:sldChg chg="modSp add mod">
        <pc:chgData name="TOMIOKA Rio" userId="f1152ccc-8031-465f-b7e6-eeabb05e2b2e" providerId="ADAL" clId="{27508AE8-31FB-7D46-AF5E-F53A4AF8E532}" dt="2025-04-01T11:59:18.771" v="29782" actId="20577"/>
        <pc:sldMkLst>
          <pc:docMk/>
          <pc:sldMk cId="620820617" sldId="968"/>
        </pc:sldMkLst>
      </pc:sldChg>
      <pc:sldChg chg="modSp add del mod">
        <pc:chgData name="TOMIOKA Rio" userId="f1152ccc-8031-465f-b7e6-eeabb05e2b2e" providerId="ADAL" clId="{27508AE8-31FB-7D46-AF5E-F53A4AF8E532}" dt="2025-04-01T11:00:29.022" v="28138" actId="2696"/>
        <pc:sldMkLst>
          <pc:docMk/>
          <pc:sldMk cId="3158656802" sldId="968"/>
        </pc:sldMkLst>
      </pc:sldChg>
      <pc:sldChg chg="add del">
        <pc:chgData name="TOMIOKA Rio" userId="f1152ccc-8031-465f-b7e6-eeabb05e2b2e" providerId="ADAL" clId="{27508AE8-31FB-7D46-AF5E-F53A4AF8E532}" dt="2025-04-01T11:51:44.489" v="29648" actId="2696"/>
        <pc:sldMkLst>
          <pc:docMk/>
          <pc:sldMk cId="4153724694" sldId="968"/>
        </pc:sldMkLst>
      </pc:sldChg>
      <pc:sldChg chg="modSp add mod">
        <pc:chgData name="TOMIOKA Rio" userId="f1152ccc-8031-465f-b7e6-eeabb05e2b2e" providerId="ADAL" clId="{27508AE8-31FB-7D46-AF5E-F53A4AF8E532}" dt="2025-04-01T11:25:41.338" v="29321" actId="20577"/>
        <pc:sldMkLst>
          <pc:docMk/>
          <pc:sldMk cId="2984846442" sldId="969"/>
        </pc:sldMkLst>
      </pc:sldChg>
      <pc:sldChg chg="addSp modSp new del mod">
        <pc:chgData name="TOMIOKA Rio" userId="f1152ccc-8031-465f-b7e6-eeabb05e2b2e" providerId="ADAL" clId="{27508AE8-31FB-7D46-AF5E-F53A4AF8E532}" dt="2025-04-01T11:25:18.133" v="29276" actId="2696"/>
        <pc:sldMkLst>
          <pc:docMk/>
          <pc:sldMk cId="4010675506" sldId="969"/>
        </pc:sldMkLst>
      </pc:sldChg>
      <pc:sldChg chg="addSp delSp modSp new mod">
        <pc:chgData name="TOMIOKA Rio" userId="f1152ccc-8031-465f-b7e6-eeabb05e2b2e" providerId="ADAL" clId="{27508AE8-31FB-7D46-AF5E-F53A4AF8E532}" dt="2025-04-01T11:21:25.140" v="29233" actId="1076"/>
        <pc:sldMkLst>
          <pc:docMk/>
          <pc:sldMk cId="517480998" sldId="970"/>
        </pc:sldMkLst>
      </pc:sldChg>
      <pc:sldChg chg="addSp delSp modSp new mod">
        <pc:chgData name="TOMIOKA Rio" userId="f1152ccc-8031-465f-b7e6-eeabb05e2b2e" providerId="ADAL" clId="{27508AE8-31FB-7D46-AF5E-F53A4AF8E532}" dt="2025-04-01T11:25:10.008" v="29275" actId="1076"/>
        <pc:sldMkLst>
          <pc:docMk/>
          <pc:sldMk cId="1307016826" sldId="971"/>
        </pc:sldMkLst>
      </pc:sldChg>
      <pc:sldChg chg="add">
        <pc:chgData name="TOMIOKA Rio" userId="f1152ccc-8031-465f-b7e6-eeabb05e2b2e" providerId="ADAL" clId="{27508AE8-31FB-7D46-AF5E-F53A4AF8E532}" dt="2025-04-01T11:32:37.859" v="29366"/>
        <pc:sldMkLst>
          <pc:docMk/>
          <pc:sldMk cId="4272916230" sldId="972"/>
        </pc:sldMkLst>
      </pc:sldChg>
      <pc:sldChg chg="addSp delSp modSp add mod">
        <pc:chgData name="TOMIOKA Rio" userId="f1152ccc-8031-465f-b7e6-eeabb05e2b2e" providerId="ADAL" clId="{27508AE8-31FB-7D46-AF5E-F53A4AF8E532}" dt="2025-04-01T11:46:53.154" v="29526" actId="207"/>
        <pc:sldMkLst>
          <pc:docMk/>
          <pc:sldMk cId="76354971" sldId="973"/>
        </pc:sldMkLst>
      </pc:sldChg>
      <pc:sldChg chg="new del">
        <pc:chgData name="TOMIOKA Rio" userId="f1152ccc-8031-465f-b7e6-eeabb05e2b2e" providerId="ADAL" clId="{27508AE8-31FB-7D46-AF5E-F53A4AF8E532}" dt="2025-04-03T07:41:45.717" v="30019" actId="2696"/>
        <pc:sldMkLst>
          <pc:docMk/>
          <pc:sldMk cId="1131283420" sldId="974"/>
        </pc:sldMkLst>
      </pc:sldChg>
      <pc:sldChg chg="modSp new del mod">
        <pc:chgData name="TOMIOKA Rio" userId="f1152ccc-8031-465f-b7e6-eeabb05e2b2e" providerId="ADAL" clId="{27508AE8-31FB-7D46-AF5E-F53A4AF8E532}" dt="2025-04-03T07:41:53.845" v="30036" actId="2696"/>
        <pc:sldMkLst>
          <pc:docMk/>
          <pc:sldMk cId="1179407809" sldId="974"/>
        </pc:sldMkLst>
      </pc:sldChg>
      <pc:sldChg chg="modSp new del mod">
        <pc:chgData name="TOMIOKA Rio" userId="f1152ccc-8031-465f-b7e6-eeabb05e2b2e" providerId="ADAL" clId="{27508AE8-31FB-7D46-AF5E-F53A4AF8E532}" dt="2025-04-03T07:42:30.662" v="30094" actId="2696"/>
        <pc:sldMkLst>
          <pc:docMk/>
          <pc:sldMk cId="1638485262" sldId="974"/>
        </pc:sldMkLst>
      </pc:sldChg>
      <pc:sldChg chg="modSp new del mod">
        <pc:chgData name="TOMIOKA Rio" userId="f1152ccc-8031-465f-b7e6-eeabb05e2b2e" providerId="ADAL" clId="{27508AE8-31FB-7D46-AF5E-F53A4AF8E532}" dt="2025-04-03T07:42:31.888" v="30095" actId="2696"/>
        <pc:sldMkLst>
          <pc:docMk/>
          <pc:sldMk cId="2152894166" sldId="975"/>
        </pc:sldMkLst>
      </pc:sldChg>
      <pc:sldChg chg="addSp modSp new del mod">
        <pc:chgData name="TOMIOKA Rio" userId="f1152ccc-8031-465f-b7e6-eeabb05e2b2e" providerId="ADAL" clId="{27508AE8-31FB-7D46-AF5E-F53A4AF8E532}" dt="2025-04-03T07:48:20.631" v="30535" actId="2696"/>
        <pc:sldMkLst>
          <pc:docMk/>
          <pc:sldMk cId="3226512189" sldId="976"/>
        </pc:sldMkLst>
      </pc:sldChg>
      <pc:sldChg chg="modSp new del mod">
        <pc:chgData name="TOMIOKA Rio" userId="f1152ccc-8031-465f-b7e6-eeabb05e2b2e" providerId="ADAL" clId="{27508AE8-31FB-7D46-AF5E-F53A4AF8E532}" dt="2025-04-03T07:48:27.168" v="30557" actId="2696"/>
        <pc:sldMkLst>
          <pc:docMk/>
          <pc:sldMk cId="71361287" sldId="977"/>
        </pc:sldMkLst>
      </pc:sldChg>
      <pc:sldChg chg="addSp modSp new del mod">
        <pc:chgData name="TOMIOKA Rio" userId="f1152ccc-8031-465f-b7e6-eeabb05e2b2e" providerId="ADAL" clId="{27508AE8-31FB-7D46-AF5E-F53A4AF8E532}" dt="2025-04-03T07:48:19.803" v="30534" actId="2696"/>
        <pc:sldMkLst>
          <pc:docMk/>
          <pc:sldMk cId="1191426648" sldId="978"/>
        </pc:sldMkLst>
      </pc:sldChg>
      <pc:sldChg chg="addSp delSp modSp new mod addAnim delAnim modAnim">
        <pc:chgData name="TOMIOKA Rio" userId="f1152ccc-8031-465f-b7e6-eeabb05e2b2e" providerId="ADAL" clId="{27508AE8-31FB-7D46-AF5E-F53A4AF8E532}" dt="2025-04-04T23:32:38.651" v="36275" actId="478"/>
        <pc:sldMkLst>
          <pc:docMk/>
          <pc:sldMk cId="4288123558" sldId="979"/>
        </pc:sldMkLst>
      </pc:sldChg>
      <pc:sldChg chg="addSp delSp modSp new mod addAnim delAnim modAnim modNotesTx">
        <pc:chgData name="TOMIOKA Rio" userId="f1152ccc-8031-465f-b7e6-eeabb05e2b2e" providerId="ADAL" clId="{27508AE8-31FB-7D46-AF5E-F53A4AF8E532}" dt="2025-04-04T23:32:37.194" v="36274" actId="478"/>
        <pc:sldMkLst>
          <pc:docMk/>
          <pc:sldMk cId="2063021844" sldId="980"/>
        </pc:sldMkLst>
      </pc:sldChg>
      <pc:sldChg chg="modSp new mod ord">
        <pc:chgData name="TOMIOKA Rio" userId="f1152ccc-8031-465f-b7e6-eeabb05e2b2e" providerId="ADAL" clId="{27508AE8-31FB-7D46-AF5E-F53A4AF8E532}" dt="2025-04-03T08:45:23.337" v="32726" actId="20577"/>
        <pc:sldMkLst>
          <pc:docMk/>
          <pc:sldMk cId="3827127278" sldId="981"/>
        </pc:sldMkLst>
      </pc:sldChg>
      <pc:sldChg chg="addSp delSp modSp new mod">
        <pc:chgData name="TOMIOKA Rio" userId="f1152ccc-8031-465f-b7e6-eeabb05e2b2e" providerId="ADAL" clId="{27508AE8-31FB-7D46-AF5E-F53A4AF8E532}" dt="2025-04-03T09:46:25.592" v="34285" actId="1076"/>
        <pc:sldMkLst>
          <pc:docMk/>
          <pc:sldMk cId="2429456980" sldId="982"/>
        </pc:sldMkLst>
      </pc:sldChg>
      <pc:sldChg chg="add del">
        <pc:chgData name="TOMIOKA Rio" userId="f1152ccc-8031-465f-b7e6-eeabb05e2b2e" providerId="ADAL" clId="{27508AE8-31FB-7D46-AF5E-F53A4AF8E532}" dt="2025-04-03T08:40:15.838" v="32422" actId="2696"/>
        <pc:sldMkLst>
          <pc:docMk/>
          <pc:sldMk cId="3473876565" sldId="982"/>
        </pc:sldMkLst>
      </pc:sldChg>
      <pc:sldChg chg="addSp delSp modSp add mod">
        <pc:chgData name="TOMIOKA Rio" userId="f1152ccc-8031-465f-b7e6-eeabb05e2b2e" providerId="ADAL" clId="{27508AE8-31FB-7D46-AF5E-F53A4AF8E532}" dt="2025-04-03T09:54:14.678" v="34739" actId="1076"/>
        <pc:sldMkLst>
          <pc:docMk/>
          <pc:sldMk cId="3914965046" sldId="983"/>
        </pc:sldMkLst>
      </pc:sldChg>
      <pc:sldChg chg="addSp modSp new mod">
        <pc:chgData name="TOMIOKA Rio" userId="f1152ccc-8031-465f-b7e6-eeabb05e2b2e" providerId="ADAL" clId="{27508AE8-31FB-7D46-AF5E-F53A4AF8E532}" dt="2025-04-03T10:19:21.388" v="35355" actId="1076"/>
        <pc:sldMkLst>
          <pc:docMk/>
          <pc:sldMk cId="3079496750" sldId="984"/>
        </pc:sldMkLst>
      </pc:sldChg>
      <pc:sldChg chg="add del">
        <pc:chgData name="TOMIOKA Rio" userId="f1152ccc-8031-465f-b7e6-eeabb05e2b2e" providerId="ADAL" clId="{27508AE8-31FB-7D46-AF5E-F53A4AF8E532}" dt="2025-04-03T09:53:46.496" v="34729" actId="2696"/>
        <pc:sldMkLst>
          <pc:docMk/>
          <pc:sldMk cId="3303335017" sldId="984"/>
        </pc:sldMkLst>
      </pc:sldChg>
      <pc:sldChg chg="modSp add mod">
        <pc:chgData name="TOMIOKA Rio" userId="f1152ccc-8031-465f-b7e6-eeabb05e2b2e" providerId="ADAL" clId="{27508AE8-31FB-7D46-AF5E-F53A4AF8E532}" dt="2025-04-03T10:31:43.906" v="35860" actId="20577"/>
        <pc:sldMkLst>
          <pc:docMk/>
          <pc:sldMk cId="2201974469" sldId="985"/>
        </pc:sldMkLst>
      </pc:sldChg>
      <pc:sldChg chg="addSp delSp modSp new mod delAnim modAnim">
        <pc:chgData name="TOMIOKA Rio" userId="f1152ccc-8031-465f-b7e6-eeabb05e2b2e" providerId="ADAL" clId="{27508AE8-31FB-7D46-AF5E-F53A4AF8E532}" dt="2025-04-03T10:29:45.234" v="35799" actId="1076"/>
        <pc:sldMkLst>
          <pc:docMk/>
          <pc:sldMk cId="3760134129" sldId="986"/>
        </pc:sldMkLst>
      </pc:sldChg>
      <pc:sldChg chg="addSp modSp add mod">
        <pc:chgData name="TOMIOKA Rio" userId="f1152ccc-8031-465f-b7e6-eeabb05e2b2e" providerId="ADAL" clId="{27508AE8-31FB-7D46-AF5E-F53A4AF8E532}" dt="2025-04-03T10:30:36.771" v="35826" actId="1076"/>
        <pc:sldMkLst>
          <pc:docMk/>
          <pc:sldMk cId="2818949806" sldId="987"/>
        </pc:sldMkLst>
      </pc:sldChg>
      <pc:sldChg chg="add">
        <pc:chgData name="TOMIOKA Rio" userId="f1152ccc-8031-465f-b7e6-eeabb05e2b2e" providerId="ADAL" clId="{27508AE8-31FB-7D46-AF5E-F53A4AF8E532}" dt="2025-04-03T10:25:41.666" v="35645"/>
        <pc:sldMkLst>
          <pc:docMk/>
          <pc:sldMk cId="185858403" sldId="988"/>
        </pc:sldMkLst>
      </pc:sldChg>
      <pc:sldChg chg="modSp add del mod">
        <pc:chgData name="TOMIOKA Rio" userId="f1152ccc-8031-465f-b7e6-eeabb05e2b2e" providerId="ADAL" clId="{27508AE8-31FB-7D46-AF5E-F53A4AF8E532}" dt="2025-04-03T10:44:48.843" v="36245" actId="2696"/>
        <pc:sldMkLst>
          <pc:docMk/>
          <pc:sldMk cId="3910742841" sldId="989"/>
        </pc:sldMkLst>
      </pc:sldChg>
      <pc:sldChg chg="addSp delSp modSp add del mod">
        <pc:chgData name="TOMIOKA Rio" userId="f1152ccc-8031-465f-b7e6-eeabb05e2b2e" providerId="ADAL" clId="{27508AE8-31FB-7D46-AF5E-F53A4AF8E532}" dt="2025-04-03T10:45:03.825" v="36249" actId="2696"/>
        <pc:sldMkLst>
          <pc:docMk/>
          <pc:sldMk cId="678780799" sldId="990"/>
        </pc:sldMkLst>
      </pc:sldChg>
      <pc:sldChg chg="modSp add mod">
        <pc:chgData name="TOMIOKA Rio" userId="f1152ccc-8031-465f-b7e6-eeabb05e2b2e" providerId="ADAL" clId="{27508AE8-31FB-7D46-AF5E-F53A4AF8E532}" dt="2025-04-03T10:44:56.230" v="36247" actId="207"/>
        <pc:sldMkLst>
          <pc:docMk/>
          <pc:sldMk cId="3627397023" sldId="991"/>
        </pc:sldMkLst>
      </pc:sldChg>
      <pc:sldChg chg="modSp add mod">
        <pc:chgData name="TOMIOKA Rio" userId="f1152ccc-8031-465f-b7e6-eeabb05e2b2e" providerId="ADAL" clId="{27508AE8-31FB-7D46-AF5E-F53A4AF8E532}" dt="2025-04-03T10:53:16.710" v="36263" actId="20577"/>
        <pc:sldMkLst>
          <pc:docMk/>
          <pc:sldMk cId="3411421055" sldId="992"/>
        </pc:sldMkLst>
      </pc:sldChg>
      <pc:sldChg chg="del">
        <pc:chgData name="TOMIOKA Rio" userId="f1152ccc-8031-465f-b7e6-eeabb05e2b2e" providerId="ADAL" clId="{27508AE8-31FB-7D46-AF5E-F53A4AF8E532}" dt="2025-03-29T09:17:22.052" v="67" actId="2696"/>
        <pc:sldMkLst>
          <pc:docMk/>
          <pc:sldMk cId="1635566331" sldId="1052"/>
        </pc:sldMkLst>
      </pc:sldChg>
      <pc:sldChg chg="del">
        <pc:chgData name="TOMIOKA Rio" userId="f1152ccc-8031-465f-b7e6-eeabb05e2b2e" providerId="ADAL" clId="{27508AE8-31FB-7D46-AF5E-F53A4AF8E532}" dt="2025-03-29T09:17:22.096" v="68" actId="2696"/>
        <pc:sldMkLst>
          <pc:docMk/>
          <pc:sldMk cId="2925659156" sldId="1053"/>
        </pc:sldMkLst>
      </pc:sldChg>
      <pc:sldChg chg="del">
        <pc:chgData name="TOMIOKA Rio" userId="f1152ccc-8031-465f-b7e6-eeabb05e2b2e" providerId="ADAL" clId="{27508AE8-31FB-7D46-AF5E-F53A4AF8E532}" dt="2025-03-29T09:17:22.206" v="71" actId="2696"/>
        <pc:sldMkLst>
          <pc:docMk/>
          <pc:sldMk cId="1959294052" sldId="1054"/>
        </pc:sldMkLst>
      </pc:sldChg>
      <pc:sldChg chg="del">
        <pc:chgData name="TOMIOKA Rio" userId="f1152ccc-8031-465f-b7e6-eeabb05e2b2e" providerId="ADAL" clId="{27508AE8-31FB-7D46-AF5E-F53A4AF8E532}" dt="2025-03-29T09:17:22.132" v="69" actId="2696"/>
        <pc:sldMkLst>
          <pc:docMk/>
          <pc:sldMk cId="2131140642" sldId="1055"/>
        </pc:sldMkLst>
      </pc:sldChg>
      <pc:sldChg chg="del">
        <pc:chgData name="TOMIOKA Rio" userId="f1152ccc-8031-465f-b7e6-eeabb05e2b2e" providerId="ADAL" clId="{27508AE8-31FB-7D46-AF5E-F53A4AF8E532}" dt="2025-03-29T09:17:22.604" v="81" actId="2696"/>
        <pc:sldMkLst>
          <pc:docMk/>
          <pc:sldMk cId="590702438" sldId="1058"/>
        </pc:sldMkLst>
      </pc:sldChg>
      <pc:sldChg chg="del">
        <pc:chgData name="TOMIOKA Rio" userId="f1152ccc-8031-465f-b7e6-eeabb05e2b2e" providerId="ADAL" clId="{27508AE8-31FB-7D46-AF5E-F53A4AF8E532}" dt="2025-03-29T09:17:22.248" v="72" actId="2696"/>
        <pc:sldMkLst>
          <pc:docMk/>
          <pc:sldMk cId="71215858" sldId="1059"/>
        </pc:sldMkLst>
      </pc:sldChg>
      <pc:sldChg chg="del">
        <pc:chgData name="TOMIOKA Rio" userId="f1152ccc-8031-465f-b7e6-eeabb05e2b2e" providerId="ADAL" clId="{27508AE8-31FB-7D46-AF5E-F53A4AF8E532}" dt="2025-03-29T09:17:22.275" v="73" actId="2696"/>
        <pc:sldMkLst>
          <pc:docMk/>
          <pc:sldMk cId="2800988429" sldId="1060"/>
        </pc:sldMkLst>
      </pc:sldChg>
      <pc:sldChg chg="del">
        <pc:chgData name="TOMIOKA Rio" userId="f1152ccc-8031-465f-b7e6-eeabb05e2b2e" providerId="ADAL" clId="{27508AE8-31FB-7D46-AF5E-F53A4AF8E532}" dt="2025-03-29T09:17:22.311" v="74" actId="2696"/>
        <pc:sldMkLst>
          <pc:docMk/>
          <pc:sldMk cId="1224095759" sldId="1061"/>
        </pc:sldMkLst>
      </pc:sldChg>
      <pc:sldChg chg="del">
        <pc:chgData name="TOMIOKA Rio" userId="f1152ccc-8031-465f-b7e6-eeabb05e2b2e" providerId="ADAL" clId="{27508AE8-31FB-7D46-AF5E-F53A4AF8E532}" dt="2025-03-29T09:17:22.402" v="76" actId="2696"/>
        <pc:sldMkLst>
          <pc:docMk/>
          <pc:sldMk cId="3849941202" sldId="1062"/>
        </pc:sldMkLst>
      </pc:sldChg>
      <pc:sldChg chg="del">
        <pc:chgData name="TOMIOKA Rio" userId="f1152ccc-8031-465f-b7e6-eeabb05e2b2e" providerId="ADAL" clId="{27508AE8-31FB-7D46-AF5E-F53A4AF8E532}" dt="2025-03-29T09:17:22.479" v="78" actId="2696"/>
        <pc:sldMkLst>
          <pc:docMk/>
          <pc:sldMk cId="3662224415" sldId="1063"/>
        </pc:sldMkLst>
      </pc:sldChg>
      <pc:sldChg chg="del">
        <pc:chgData name="TOMIOKA Rio" userId="f1152ccc-8031-465f-b7e6-eeabb05e2b2e" providerId="ADAL" clId="{27508AE8-31FB-7D46-AF5E-F53A4AF8E532}" dt="2025-03-29T09:17:22.344" v="75" actId="2696"/>
        <pc:sldMkLst>
          <pc:docMk/>
          <pc:sldMk cId="2324999056" sldId="1065"/>
        </pc:sldMkLst>
      </pc:sldChg>
      <pc:sldChg chg="del">
        <pc:chgData name="TOMIOKA Rio" userId="f1152ccc-8031-465f-b7e6-eeabb05e2b2e" providerId="ADAL" clId="{27508AE8-31FB-7D46-AF5E-F53A4AF8E532}" dt="2025-03-29T09:17:22.431" v="77" actId="2696"/>
        <pc:sldMkLst>
          <pc:docMk/>
          <pc:sldMk cId="1799217615" sldId="1066"/>
        </pc:sldMkLst>
      </pc:sldChg>
      <pc:sldChg chg="del">
        <pc:chgData name="TOMIOKA Rio" userId="f1152ccc-8031-465f-b7e6-eeabb05e2b2e" providerId="ADAL" clId="{27508AE8-31FB-7D46-AF5E-F53A4AF8E532}" dt="2025-03-29T09:17:22.510" v="79" actId="2696"/>
        <pc:sldMkLst>
          <pc:docMk/>
          <pc:sldMk cId="1056720717" sldId="1067"/>
        </pc:sldMkLst>
      </pc:sldChg>
      <pc:sldChg chg="del">
        <pc:chgData name="TOMIOKA Rio" userId="f1152ccc-8031-465f-b7e6-eeabb05e2b2e" providerId="ADAL" clId="{27508AE8-31FB-7D46-AF5E-F53A4AF8E532}" dt="2025-03-29T09:17:24.991" v="94" actId="2696"/>
        <pc:sldMkLst>
          <pc:docMk/>
          <pc:sldMk cId="1456917547" sldId="1069"/>
        </pc:sldMkLst>
      </pc:sldChg>
      <pc:sldChg chg="del">
        <pc:chgData name="TOMIOKA Rio" userId="f1152ccc-8031-465f-b7e6-eeabb05e2b2e" providerId="ADAL" clId="{27508AE8-31FB-7D46-AF5E-F53A4AF8E532}" dt="2025-03-29T09:17:22.894" v="83" actId="2696"/>
        <pc:sldMkLst>
          <pc:docMk/>
          <pc:sldMk cId="2845394090" sldId="1070"/>
        </pc:sldMkLst>
      </pc:sldChg>
      <pc:sldChg chg="del">
        <pc:chgData name="TOMIOKA Rio" userId="f1152ccc-8031-465f-b7e6-eeabb05e2b2e" providerId="ADAL" clId="{27508AE8-31FB-7D46-AF5E-F53A4AF8E532}" dt="2025-03-29T09:17:24.181" v="87" actId="2696"/>
        <pc:sldMkLst>
          <pc:docMk/>
          <pc:sldMk cId="1176801229" sldId="1071"/>
        </pc:sldMkLst>
      </pc:sldChg>
      <pc:sldChg chg="del">
        <pc:chgData name="TOMIOKA Rio" userId="f1152ccc-8031-465f-b7e6-eeabb05e2b2e" providerId="ADAL" clId="{27508AE8-31FB-7D46-AF5E-F53A4AF8E532}" dt="2025-03-29T09:17:24.724" v="89" actId="2696"/>
        <pc:sldMkLst>
          <pc:docMk/>
          <pc:sldMk cId="1295060948" sldId="1072"/>
        </pc:sldMkLst>
      </pc:sldChg>
      <pc:sldChg chg="del">
        <pc:chgData name="TOMIOKA Rio" userId="f1152ccc-8031-465f-b7e6-eeabb05e2b2e" providerId="ADAL" clId="{27508AE8-31FB-7D46-AF5E-F53A4AF8E532}" dt="2025-03-29T09:17:24.815" v="90" actId="2696"/>
        <pc:sldMkLst>
          <pc:docMk/>
          <pc:sldMk cId="3356663019" sldId="1073"/>
        </pc:sldMkLst>
      </pc:sldChg>
      <pc:sldChg chg="del">
        <pc:chgData name="TOMIOKA Rio" userId="f1152ccc-8031-465f-b7e6-eeabb05e2b2e" providerId="ADAL" clId="{27508AE8-31FB-7D46-AF5E-F53A4AF8E532}" dt="2025-03-29T09:17:24.865" v="91" actId="2696"/>
        <pc:sldMkLst>
          <pc:docMk/>
          <pc:sldMk cId="2118890381" sldId="1074"/>
        </pc:sldMkLst>
      </pc:sldChg>
      <pc:sldChg chg="del">
        <pc:chgData name="TOMIOKA Rio" userId="f1152ccc-8031-465f-b7e6-eeabb05e2b2e" providerId="ADAL" clId="{27508AE8-31FB-7D46-AF5E-F53A4AF8E532}" dt="2025-03-29T09:17:22.714" v="82" actId="2696"/>
        <pc:sldMkLst>
          <pc:docMk/>
          <pc:sldMk cId="4266200416" sldId="1078"/>
        </pc:sldMkLst>
      </pc:sldChg>
      <pc:sldChg chg="del">
        <pc:chgData name="TOMIOKA Rio" userId="f1152ccc-8031-465f-b7e6-eeabb05e2b2e" providerId="ADAL" clId="{27508AE8-31FB-7D46-AF5E-F53A4AF8E532}" dt="2025-03-29T09:17:26.704" v="115" actId="2696"/>
        <pc:sldMkLst>
          <pc:docMk/>
          <pc:sldMk cId="1918681304" sldId="1079"/>
        </pc:sldMkLst>
      </pc:sldChg>
      <pc:sldChg chg="del">
        <pc:chgData name="TOMIOKA Rio" userId="f1152ccc-8031-465f-b7e6-eeabb05e2b2e" providerId="ADAL" clId="{27508AE8-31FB-7D46-AF5E-F53A4AF8E532}" dt="2025-03-29T09:17:25.026" v="95" actId="2696"/>
        <pc:sldMkLst>
          <pc:docMk/>
          <pc:sldMk cId="2705488634" sldId="1080"/>
        </pc:sldMkLst>
      </pc:sldChg>
      <pc:sldChg chg="del">
        <pc:chgData name="TOMIOKA Rio" userId="f1152ccc-8031-465f-b7e6-eeabb05e2b2e" providerId="ADAL" clId="{27508AE8-31FB-7D46-AF5E-F53A4AF8E532}" dt="2025-03-29T09:17:25.095" v="96" actId="2696"/>
        <pc:sldMkLst>
          <pc:docMk/>
          <pc:sldMk cId="1169889975" sldId="1081"/>
        </pc:sldMkLst>
      </pc:sldChg>
      <pc:sldChg chg="del">
        <pc:chgData name="TOMIOKA Rio" userId="f1152ccc-8031-465f-b7e6-eeabb05e2b2e" providerId="ADAL" clId="{27508AE8-31FB-7D46-AF5E-F53A4AF8E532}" dt="2025-03-29T09:17:26.190" v="109" actId="2696"/>
        <pc:sldMkLst>
          <pc:docMk/>
          <pc:sldMk cId="2317063372" sldId="1082"/>
        </pc:sldMkLst>
      </pc:sldChg>
      <pc:sldChg chg="del">
        <pc:chgData name="TOMIOKA Rio" userId="f1152ccc-8031-465f-b7e6-eeabb05e2b2e" providerId="ADAL" clId="{27508AE8-31FB-7D46-AF5E-F53A4AF8E532}" dt="2025-03-29T09:17:26.235" v="110" actId="2696"/>
        <pc:sldMkLst>
          <pc:docMk/>
          <pc:sldMk cId="2801328946" sldId="1084"/>
        </pc:sldMkLst>
      </pc:sldChg>
      <pc:sldChg chg="del">
        <pc:chgData name="TOMIOKA Rio" userId="f1152ccc-8031-465f-b7e6-eeabb05e2b2e" providerId="ADAL" clId="{27508AE8-31FB-7D46-AF5E-F53A4AF8E532}" dt="2025-03-29T09:17:26.767" v="116" actId="2696"/>
        <pc:sldMkLst>
          <pc:docMk/>
          <pc:sldMk cId="3188533155" sldId="1085"/>
        </pc:sldMkLst>
      </pc:sldChg>
      <pc:sldChg chg="del">
        <pc:chgData name="TOMIOKA Rio" userId="f1152ccc-8031-465f-b7e6-eeabb05e2b2e" providerId="ADAL" clId="{27508AE8-31FB-7D46-AF5E-F53A4AF8E532}" dt="2025-03-29T09:17:22.564" v="80" actId="2696"/>
        <pc:sldMkLst>
          <pc:docMk/>
          <pc:sldMk cId="697932174" sldId="1086"/>
        </pc:sldMkLst>
      </pc:sldChg>
      <pc:sldChg chg="del">
        <pc:chgData name="TOMIOKA Rio" userId="f1152ccc-8031-465f-b7e6-eeabb05e2b2e" providerId="ADAL" clId="{27508AE8-31FB-7D46-AF5E-F53A4AF8E532}" dt="2025-03-29T09:17:26.956" v="120" actId="2696"/>
        <pc:sldMkLst>
          <pc:docMk/>
          <pc:sldMk cId="3268066437" sldId="1087"/>
        </pc:sldMkLst>
      </pc:sldChg>
      <pc:sldChg chg="del">
        <pc:chgData name="TOMIOKA Rio" userId="f1152ccc-8031-465f-b7e6-eeabb05e2b2e" providerId="ADAL" clId="{27508AE8-31FB-7D46-AF5E-F53A4AF8E532}" dt="2025-03-29T09:17:26.980" v="121" actId="2696"/>
        <pc:sldMkLst>
          <pc:docMk/>
          <pc:sldMk cId="579186218" sldId="1088"/>
        </pc:sldMkLst>
      </pc:sldChg>
      <pc:sldChg chg="del">
        <pc:chgData name="TOMIOKA Rio" userId="f1152ccc-8031-465f-b7e6-eeabb05e2b2e" providerId="ADAL" clId="{27508AE8-31FB-7D46-AF5E-F53A4AF8E532}" dt="2025-03-29T09:17:27.149" v="122" actId="2696"/>
        <pc:sldMkLst>
          <pc:docMk/>
          <pc:sldMk cId="1698974880" sldId="1089"/>
        </pc:sldMkLst>
      </pc:sldChg>
      <pc:sldChg chg="del">
        <pc:chgData name="TOMIOKA Rio" userId="f1152ccc-8031-465f-b7e6-eeabb05e2b2e" providerId="ADAL" clId="{27508AE8-31FB-7D46-AF5E-F53A4AF8E532}" dt="2025-03-29T09:17:27.324" v="123" actId="2696"/>
        <pc:sldMkLst>
          <pc:docMk/>
          <pc:sldMk cId="100497974" sldId="1090"/>
        </pc:sldMkLst>
      </pc:sldChg>
      <pc:sldChg chg="del">
        <pc:chgData name="TOMIOKA Rio" userId="f1152ccc-8031-465f-b7e6-eeabb05e2b2e" providerId="ADAL" clId="{27508AE8-31FB-7D46-AF5E-F53A4AF8E532}" dt="2025-03-29T09:17:23.075" v="84" actId="2696"/>
        <pc:sldMkLst>
          <pc:docMk/>
          <pc:sldMk cId="3217305678" sldId="1092"/>
        </pc:sldMkLst>
      </pc:sldChg>
      <pc:sldChg chg="del">
        <pc:chgData name="TOMIOKA Rio" userId="f1152ccc-8031-465f-b7e6-eeabb05e2b2e" providerId="ADAL" clId="{27508AE8-31FB-7D46-AF5E-F53A4AF8E532}" dt="2025-03-29T09:17:23.256" v="85" actId="2696"/>
        <pc:sldMkLst>
          <pc:docMk/>
          <pc:sldMk cId="3728088761" sldId="1093"/>
        </pc:sldMkLst>
      </pc:sldChg>
      <pc:sldChg chg="del">
        <pc:chgData name="TOMIOKA Rio" userId="f1152ccc-8031-465f-b7e6-eeabb05e2b2e" providerId="ADAL" clId="{27508AE8-31FB-7D46-AF5E-F53A4AF8E532}" dt="2025-03-29T09:17:23.585" v="86" actId="2696"/>
        <pc:sldMkLst>
          <pc:docMk/>
          <pc:sldMk cId="3900531801" sldId="1094"/>
        </pc:sldMkLst>
      </pc:sldChg>
      <pc:sldChg chg="del">
        <pc:chgData name="TOMIOKA Rio" userId="f1152ccc-8031-465f-b7e6-eeabb05e2b2e" providerId="ADAL" clId="{27508AE8-31FB-7D46-AF5E-F53A4AF8E532}" dt="2025-03-29T09:17:24.610" v="88" actId="2696"/>
        <pc:sldMkLst>
          <pc:docMk/>
          <pc:sldMk cId="740425132" sldId="1095"/>
        </pc:sldMkLst>
      </pc:sldChg>
      <pc:sldChg chg="del">
        <pc:chgData name="TOMIOKA Rio" userId="f1152ccc-8031-465f-b7e6-eeabb05e2b2e" providerId="ADAL" clId="{27508AE8-31FB-7D46-AF5E-F53A4AF8E532}" dt="2025-03-29T09:17:24.901" v="92" actId="2696"/>
        <pc:sldMkLst>
          <pc:docMk/>
          <pc:sldMk cId="3354031817" sldId="1096"/>
        </pc:sldMkLst>
      </pc:sldChg>
      <pc:sldChg chg="del">
        <pc:chgData name="TOMIOKA Rio" userId="f1152ccc-8031-465f-b7e6-eeabb05e2b2e" providerId="ADAL" clId="{27508AE8-31FB-7D46-AF5E-F53A4AF8E532}" dt="2025-03-29T09:17:24.948" v="93" actId="2696"/>
        <pc:sldMkLst>
          <pc:docMk/>
          <pc:sldMk cId="892383438" sldId="1097"/>
        </pc:sldMkLst>
      </pc:sldChg>
      <pc:sldChg chg="del">
        <pc:chgData name="TOMIOKA Rio" userId="f1152ccc-8031-465f-b7e6-eeabb05e2b2e" providerId="ADAL" clId="{27508AE8-31FB-7D46-AF5E-F53A4AF8E532}" dt="2025-03-29T09:17:25.187" v="97" actId="2696"/>
        <pc:sldMkLst>
          <pc:docMk/>
          <pc:sldMk cId="3535675392" sldId="1099"/>
        </pc:sldMkLst>
      </pc:sldChg>
      <pc:sldChg chg="del">
        <pc:chgData name="TOMIOKA Rio" userId="f1152ccc-8031-465f-b7e6-eeabb05e2b2e" providerId="ADAL" clId="{27508AE8-31FB-7D46-AF5E-F53A4AF8E532}" dt="2025-03-29T09:17:25.257" v="98" actId="2696"/>
        <pc:sldMkLst>
          <pc:docMk/>
          <pc:sldMk cId="2942576305" sldId="1100"/>
        </pc:sldMkLst>
      </pc:sldChg>
      <pc:sldChg chg="del">
        <pc:chgData name="TOMIOKA Rio" userId="f1152ccc-8031-465f-b7e6-eeabb05e2b2e" providerId="ADAL" clId="{27508AE8-31FB-7D46-AF5E-F53A4AF8E532}" dt="2025-03-29T09:17:25.301" v="99" actId="2696"/>
        <pc:sldMkLst>
          <pc:docMk/>
          <pc:sldMk cId="237554007" sldId="1101"/>
        </pc:sldMkLst>
      </pc:sldChg>
      <pc:sldChg chg="del">
        <pc:chgData name="TOMIOKA Rio" userId="f1152ccc-8031-465f-b7e6-eeabb05e2b2e" providerId="ADAL" clId="{27508AE8-31FB-7D46-AF5E-F53A4AF8E532}" dt="2025-03-29T09:17:26.932" v="119" actId="2696"/>
        <pc:sldMkLst>
          <pc:docMk/>
          <pc:sldMk cId="2020822260" sldId="1103"/>
        </pc:sldMkLst>
      </pc:sldChg>
      <pc:sldChg chg="del">
        <pc:chgData name="TOMIOKA Rio" userId="f1152ccc-8031-465f-b7e6-eeabb05e2b2e" providerId="ADAL" clId="{27508AE8-31FB-7D46-AF5E-F53A4AF8E532}" dt="2025-03-29T09:17:25.347" v="100" actId="2696"/>
        <pc:sldMkLst>
          <pc:docMk/>
          <pc:sldMk cId="849737791" sldId="1104"/>
        </pc:sldMkLst>
      </pc:sldChg>
      <pc:sldChg chg="del">
        <pc:chgData name="TOMIOKA Rio" userId="f1152ccc-8031-465f-b7e6-eeabb05e2b2e" providerId="ADAL" clId="{27508AE8-31FB-7D46-AF5E-F53A4AF8E532}" dt="2025-03-29T09:17:25.401" v="101" actId="2696"/>
        <pc:sldMkLst>
          <pc:docMk/>
          <pc:sldMk cId="1570773114" sldId="1105"/>
        </pc:sldMkLst>
      </pc:sldChg>
      <pc:sldChg chg="del">
        <pc:chgData name="TOMIOKA Rio" userId="f1152ccc-8031-465f-b7e6-eeabb05e2b2e" providerId="ADAL" clId="{27508AE8-31FB-7D46-AF5E-F53A4AF8E532}" dt="2025-03-29T09:17:25.480" v="102" actId="2696"/>
        <pc:sldMkLst>
          <pc:docMk/>
          <pc:sldMk cId="2769258032" sldId="1106"/>
        </pc:sldMkLst>
      </pc:sldChg>
      <pc:sldChg chg="del">
        <pc:chgData name="TOMIOKA Rio" userId="f1152ccc-8031-465f-b7e6-eeabb05e2b2e" providerId="ADAL" clId="{27508AE8-31FB-7D46-AF5E-F53A4AF8E532}" dt="2025-03-29T09:17:25.578" v="103" actId="2696"/>
        <pc:sldMkLst>
          <pc:docMk/>
          <pc:sldMk cId="2545495666" sldId="1107"/>
        </pc:sldMkLst>
      </pc:sldChg>
      <pc:sldChg chg="del">
        <pc:chgData name="TOMIOKA Rio" userId="f1152ccc-8031-465f-b7e6-eeabb05e2b2e" providerId="ADAL" clId="{27508AE8-31FB-7D46-AF5E-F53A4AF8E532}" dt="2025-03-29T09:17:25.702" v="104" actId="2696"/>
        <pc:sldMkLst>
          <pc:docMk/>
          <pc:sldMk cId="1101494658" sldId="1108"/>
        </pc:sldMkLst>
      </pc:sldChg>
      <pc:sldChg chg="del">
        <pc:chgData name="TOMIOKA Rio" userId="f1152ccc-8031-465f-b7e6-eeabb05e2b2e" providerId="ADAL" clId="{27508AE8-31FB-7D46-AF5E-F53A4AF8E532}" dt="2025-03-29T09:17:26.873" v="118" actId="2696"/>
        <pc:sldMkLst>
          <pc:docMk/>
          <pc:sldMk cId="3449112508" sldId="1109"/>
        </pc:sldMkLst>
      </pc:sldChg>
      <pc:sldChg chg="del">
        <pc:chgData name="TOMIOKA Rio" userId="f1152ccc-8031-465f-b7e6-eeabb05e2b2e" providerId="ADAL" clId="{27508AE8-31FB-7D46-AF5E-F53A4AF8E532}" dt="2025-03-29T09:17:22.179" v="70" actId="2696"/>
        <pc:sldMkLst>
          <pc:docMk/>
          <pc:sldMk cId="3649800789" sldId="1110"/>
        </pc:sldMkLst>
      </pc:sldChg>
      <pc:sldChg chg="del">
        <pc:chgData name="TOMIOKA Rio" userId="f1152ccc-8031-465f-b7e6-eeabb05e2b2e" providerId="ADAL" clId="{27508AE8-31FB-7D46-AF5E-F53A4AF8E532}" dt="2025-03-29T09:17:25.834" v="105" actId="2696"/>
        <pc:sldMkLst>
          <pc:docMk/>
          <pc:sldMk cId="434917742" sldId="1111"/>
        </pc:sldMkLst>
      </pc:sldChg>
      <pc:sldChg chg="del">
        <pc:chgData name="TOMIOKA Rio" userId="f1152ccc-8031-465f-b7e6-eeabb05e2b2e" providerId="ADAL" clId="{27508AE8-31FB-7D46-AF5E-F53A4AF8E532}" dt="2025-03-29T09:17:25.979" v="106" actId="2696"/>
        <pc:sldMkLst>
          <pc:docMk/>
          <pc:sldMk cId="162798982" sldId="1112"/>
        </pc:sldMkLst>
      </pc:sldChg>
      <pc:sldChg chg="del">
        <pc:chgData name="TOMIOKA Rio" userId="f1152ccc-8031-465f-b7e6-eeabb05e2b2e" providerId="ADAL" clId="{27508AE8-31FB-7D46-AF5E-F53A4AF8E532}" dt="2025-03-29T09:17:26.096" v="107" actId="2696"/>
        <pc:sldMkLst>
          <pc:docMk/>
          <pc:sldMk cId="4060287821" sldId="1113"/>
        </pc:sldMkLst>
      </pc:sldChg>
      <pc:sldChg chg="del">
        <pc:chgData name="TOMIOKA Rio" userId="f1152ccc-8031-465f-b7e6-eeabb05e2b2e" providerId="ADAL" clId="{27508AE8-31FB-7D46-AF5E-F53A4AF8E532}" dt="2025-03-29T09:17:26.153" v="108" actId="2696"/>
        <pc:sldMkLst>
          <pc:docMk/>
          <pc:sldMk cId="3055523103" sldId="1114"/>
        </pc:sldMkLst>
      </pc:sldChg>
      <pc:sldChg chg="del">
        <pc:chgData name="TOMIOKA Rio" userId="f1152ccc-8031-465f-b7e6-eeabb05e2b2e" providerId="ADAL" clId="{27508AE8-31FB-7D46-AF5E-F53A4AF8E532}" dt="2025-03-29T09:17:26.273" v="111" actId="2696"/>
        <pc:sldMkLst>
          <pc:docMk/>
          <pc:sldMk cId="1653116160" sldId="1115"/>
        </pc:sldMkLst>
      </pc:sldChg>
      <pc:sldChg chg="del">
        <pc:chgData name="TOMIOKA Rio" userId="f1152ccc-8031-465f-b7e6-eeabb05e2b2e" providerId="ADAL" clId="{27508AE8-31FB-7D46-AF5E-F53A4AF8E532}" dt="2025-03-29T09:17:26.429" v="112" actId="2696"/>
        <pc:sldMkLst>
          <pc:docMk/>
          <pc:sldMk cId="896596346" sldId="1116"/>
        </pc:sldMkLst>
      </pc:sldChg>
      <pc:sldChg chg="del">
        <pc:chgData name="TOMIOKA Rio" userId="f1152ccc-8031-465f-b7e6-eeabb05e2b2e" providerId="ADAL" clId="{27508AE8-31FB-7D46-AF5E-F53A4AF8E532}" dt="2025-03-29T09:17:26.578" v="113" actId="2696"/>
        <pc:sldMkLst>
          <pc:docMk/>
          <pc:sldMk cId="1623691308" sldId="1117"/>
        </pc:sldMkLst>
      </pc:sldChg>
      <pc:sldChg chg="del">
        <pc:chgData name="TOMIOKA Rio" userId="f1152ccc-8031-465f-b7e6-eeabb05e2b2e" providerId="ADAL" clId="{27508AE8-31FB-7D46-AF5E-F53A4AF8E532}" dt="2025-03-29T09:17:26.624" v="114" actId="2696"/>
        <pc:sldMkLst>
          <pc:docMk/>
          <pc:sldMk cId="1551141721" sldId="1118"/>
        </pc:sldMkLst>
      </pc:sldChg>
      <pc:sldChg chg="del">
        <pc:chgData name="TOMIOKA Rio" userId="f1152ccc-8031-465f-b7e6-eeabb05e2b2e" providerId="ADAL" clId="{27508AE8-31FB-7D46-AF5E-F53A4AF8E532}" dt="2025-03-29T09:17:26.789" v="117" actId="2696"/>
        <pc:sldMkLst>
          <pc:docMk/>
          <pc:sldMk cId="394318184" sldId="1119"/>
        </pc:sldMkLst>
      </pc:sldChg>
      <pc:sldMasterChg chg="modSp modSldLayout">
        <pc:chgData name="TOMIOKA Rio" userId="f1152ccc-8031-465f-b7e6-eeabb05e2b2e" providerId="ADAL" clId="{27508AE8-31FB-7D46-AF5E-F53A4AF8E532}" dt="2025-04-01T10:56:54.856" v="28081" actId="2085"/>
        <pc:sldMasterMkLst>
          <pc:docMk/>
          <pc:sldMasterMk cId="2199914555" sldId="2147483660"/>
        </pc:sldMasterMkLst>
        <pc:spChg chg="mod">
          <ac:chgData name="TOMIOKA Rio" userId="f1152ccc-8031-465f-b7e6-eeabb05e2b2e" providerId="ADAL" clId="{27508AE8-31FB-7D46-AF5E-F53A4AF8E532}" dt="2025-03-29T09:29:51.013" v="331" actId="2711"/>
          <ac:spMkLst>
            <pc:docMk/>
            <pc:sldMasterMk cId="2199914555" sldId="2147483660"/>
            <ac:spMk id="2" creationId="{00000000-0000-0000-0000-000000000000}"/>
          </ac:spMkLst>
        </pc:spChg>
        <pc:spChg chg="mod">
          <ac:chgData name="TOMIOKA Rio" userId="f1152ccc-8031-465f-b7e6-eeabb05e2b2e" providerId="ADAL" clId="{27508AE8-31FB-7D46-AF5E-F53A4AF8E532}" dt="2025-03-29T09:29:51.013" v="331" actId="2711"/>
          <ac:spMkLst>
            <pc:docMk/>
            <pc:sldMasterMk cId="2199914555" sldId="2147483660"/>
            <ac:spMk id="3" creationId="{00000000-0000-0000-0000-000000000000}"/>
          </ac:spMkLst>
        </pc:spChg>
        <pc:sldLayoutChg chg="modSp">
          <pc:chgData name="TOMIOKA Rio" userId="f1152ccc-8031-465f-b7e6-eeabb05e2b2e" providerId="ADAL" clId="{27508AE8-31FB-7D46-AF5E-F53A4AF8E532}" dt="2025-03-29T09:29:29.825" v="330" actId="2711"/>
          <pc:sldLayoutMkLst>
            <pc:docMk/>
            <pc:sldMasterMk cId="2199914555" sldId="2147483660"/>
            <pc:sldLayoutMk cId="1662456475" sldId="2147483662"/>
          </pc:sldLayoutMkLst>
          <pc:spChg chg="mod">
            <ac:chgData name="TOMIOKA Rio" userId="f1152ccc-8031-465f-b7e6-eeabb05e2b2e" providerId="ADAL" clId="{27508AE8-31FB-7D46-AF5E-F53A4AF8E532}" dt="2025-03-29T09:29:29.825" v="330" actId="2711"/>
            <ac:spMkLst>
              <pc:docMk/>
              <pc:sldMasterMk cId="2199914555" sldId="2147483660"/>
              <pc:sldLayoutMk cId="1662456475" sldId="2147483662"/>
              <ac:spMk id="2" creationId="{00000000-0000-0000-0000-000000000000}"/>
            </ac:spMkLst>
          </pc:spChg>
        </pc:sldLayoutChg>
        <pc:sldLayoutChg chg="modSp mod">
          <pc:chgData name="TOMIOKA Rio" userId="f1152ccc-8031-465f-b7e6-eeabb05e2b2e" providerId="ADAL" clId="{27508AE8-31FB-7D46-AF5E-F53A4AF8E532}" dt="2025-04-01T03:42:50.128" v="22551" actId="207"/>
          <pc:sldLayoutMkLst>
            <pc:docMk/>
            <pc:sldMasterMk cId="2199914555" sldId="2147483660"/>
            <pc:sldLayoutMk cId="4063162129" sldId="2147483668"/>
          </pc:sldLayoutMkLst>
          <pc:spChg chg="mod">
            <ac:chgData name="TOMIOKA Rio" userId="f1152ccc-8031-465f-b7e6-eeabb05e2b2e" providerId="ADAL" clId="{27508AE8-31FB-7D46-AF5E-F53A4AF8E532}" dt="2025-04-01T03:42:50.128" v="22551" actId="207"/>
            <ac:spMkLst>
              <pc:docMk/>
              <pc:sldMasterMk cId="2199914555" sldId="2147483660"/>
              <pc:sldLayoutMk cId="4063162129" sldId="2147483668"/>
              <ac:spMk id="3" creationId="{00000000-0000-0000-0000-000000000000}"/>
            </ac:spMkLst>
          </pc:spChg>
          <pc:spChg chg="mod">
            <ac:chgData name="TOMIOKA Rio" userId="f1152ccc-8031-465f-b7e6-eeabb05e2b2e" providerId="ADAL" clId="{27508AE8-31FB-7D46-AF5E-F53A4AF8E532}" dt="2025-04-01T03:42:09.763" v="22548" actId="207"/>
            <ac:spMkLst>
              <pc:docMk/>
              <pc:sldMasterMk cId="2199914555" sldId="2147483660"/>
              <pc:sldLayoutMk cId="4063162129" sldId="2147483668"/>
              <ac:spMk id="8" creationId="{EB9E8174-6630-E243-91AC-443BD34E9CE1}"/>
            </ac:spMkLst>
          </pc:spChg>
        </pc:sldLayoutChg>
        <pc:sldLayoutChg chg="modSp mod">
          <pc:chgData name="TOMIOKA Rio" userId="f1152ccc-8031-465f-b7e6-eeabb05e2b2e" providerId="ADAL" clId="{27508AE8-31FB-7D46-AF5E-F53A4AF8E532}" dt="2025-04-01T10:44:04.752" v="27780" actId="207"/>
          <pc:sldLayoutMkLst>
            <pc:docMk/>
            <pc:sldMasterMk cId="2199914555" sldId="2147483660"/>
            <pc:sldLayoutMk cId="2905419823" sldId="2147483669"/>
          </pc:sldLayoutMkLst>
          <pc:spChg chg="mod">
            <ac:chgData name="TOMIOKA Rio" userId="f1152ccc-8031-465f-b7e6-eeabb05e2b2e" providerId="ADAL" clId="{27508AE8-31FB-7D46-AF5E-F53A4AF8E532}" dt="2025-04-01T10:44:04.752" v="27780" actId="207"/>
            <ac:spMkLst>
              <pc:docMk/>
              <pc:sldMasterMk cId="2199914555" sldId="2147483660"/>
              <pc:sldLayoutMk cId="2905419823" sldId="2147483669"/>
              <ac:spMk id="3" creationId="{00000000-0000-0000-0000-000000000000}"/>
            </ac:spMkLst>
          </pc:spChg>
          <pc:spChg chg="mod">
            <ac:chgData name="TOMIOKA Rio" userId="f1152ccc-8031-465f-b7e6-eeabb05e2b2e" providerId="ADAL" clId="{27508AE8-31FB-7D46-AF5E-F53A4AF8E532}" dt="2025-04-01T10:43:57.892" v="27779" actId="207"/>
            <ac:spMkLst>
              <pc:docMk/>
              <pc:sldMasterMk cId="2199914555" sldId="2147483660"/>
              <pc:sldLayoutMk cId="2905419823" sldId="2147483669"/>
              <ac:spMk id="8" creationId="{EB9E8174-6630-E243-91AC-443BD34E9CE1}"/>
            </ac:spMkLst>
          </pc:spChg>
        </pc:sldLayoutChg>
        <pc:sldLayoutChg chg="modSp mod">
          <pc:chgData name="TOMIOKA Rio" userId="f1152ccc-8031-465f-b7e6-eeabb05e2b2e" providerId="ADAL" clId="{27508AE8-31FB-7D46-AF5E-F53A4AF8E532}" dt="2025-04-01T10:56:54.856" v="28081" actId="2085"/>
          <pc:sldLayoutMkLst>
            <pc:docMk/>
            <pc:sldMasterMk cId="2199914555" sldId="2147483660"/>
            <pc:sldLayoutMk cId="3670458166" sldId="2147483670"/>
          </pc:sldLayoutMkLst>
          <pc:spChg chg="mod">
            <ac:chgData name="TOMIOKA Rio" userId="f1152ccc-8031-465f-b7e6-eeabb05e2b2e" providerId="ADAL" clId="{27508AE8-31FB-7D46-AF5E-F53A4AF8E532}" dt="2025-04-01T10:56:30.284" v="28077" actId="207"/>
            <ac:spMkLst>
              <pc:docMk/>
              <pc:sldMasterMk cId="2199914555" sldId="2147483660"/>
              <pc:sldLayoutMk cId="3670458166" sldId="2147483670"/>
              <ac:spMk id="3" creationId="{00000000-0000-0000-0000-000000000000}"/>
            </ac:spMkLst>
          </pc:spChg>
          <pc:spChg chg="mod">
            <ac:chgData name="TOMIOKA Rio" userId="f1152ccc-8031-465f-b7e6-eeabb05e2b2e" providerId="ADAL" clId="{27508AE8-31FB-7D46-AF5E-F53A4AF8E532}" dt="2025-04-01T10:56:54.856" v="28081" actId="2085"/>
            <ac:spMkLst>
              <pc:docMk/>
              <pc:sldMasterMk cId="2199914555" sldId="2147483660"/>
              <pc:sldLayoutMk cId="3670458166" sldId="2147483670"/>
              <ac:spMk id="8" creationId="{EB9E8174-6630-E243-91AC-443BD34E9CE1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349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82885-CB8F-6043-87D0-F90CE52B0672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FD14A-E872-994C-B31E-6E17119D20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0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1400"/>
            <a:ext cx="8458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56881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6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9E8174-6630-E243-91AC-443BD34E9CE1}"/>
              </a:ext>
            </a:extLst>
          </p:cNvPr>
          <p:cNvSpPr/>
          <p:nvPr userDrawn="1"/>
        </p:nvSpPr>
        <p:spPr>
          <a:xfrm>
            <a:off x="0" y="0"/>
            <a:ext cx="9144000" cy="6592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7679"/>
            <a:ext cx="7595184" cy="641540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854765"/>
            <a:ext cx="8515350" cy="6003234"/>
          </a:xfrm>
        </p:spPr>
        <p:txBody>
          <a:bodyPr/>
          <a:lstStyle>
            <a:lvl3pPr>
              <a:defRPr>
                <a:solidFill>
                  <a:srgbClr val="2F2624"/>
                </a:solidFill>
              </a:defRPr>
            </a:lvl3pPr>
            <a:lvl4pPr>
              <a:defRPr>
                <a:solidFill>
                  <a:srgbClr val="2F2624"/>
                </a:solidFill>
              </a:defRPr>
            </a:lvl4pPr>
            <a:lvl5pPr>
              <a:defRPr>
                <a:solidFill>
                  <a:srgbClr val="2F2624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0E9AB7F-67B4-E040-AAD5-5E8CCF7FCA83}"/>
              </a:ext>
            </a:extLst>
          </p:cNvPr>
          <p:cNvSpPr txBox="1">
            <a:spLocks/>
          </p:cNvSpPr>
          <p:nvPr userDrawn="1"/>
        </p:nvSpPr>
        <p:spPr>
          <a:xfrm>
            <a:off x="7909509" y="17679"/>
            <a:ext cx="920166" cy="6415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z="2800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 sz="2800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45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タイトルとコンテンツ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9E8174-6630-E243-91AC-443BD34E9CE1}"/>
              </a:ext>
            </a:extLst>
          </p:cNvPr>
          <p:cNvSpPr/>
          <p:nvPr userDrawn="1"/>
        </p:nvSpPr>
        <p:spPr>
          <a:xfrm>
            <a:off x="0" y="0"/>
            <a:ext cx="9144000" cy="6592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7679"/>
            <a:ext cx="7595184" cy="641540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854765"/>
            <a:ext cx="8515350" cy="6003234"/>
          </a:xfrm>
        </p:spPr>
        <p:txBody>
          <a:bodyPr/>
          <a:lstStyle>
            <a:lvl3pPr>
              <a:defRPr>
                <a:solidFill>
                  <a:srgbClr val="2F2624"/>
                </a:solidFill>
              </a:defRPr>
            </a:lvl3pPr>
            <a:lvl4pPr>
              <a:defRPr>
                <a:solidFill>
                  <a:srgbClr val="2F2624"/>
                </a:solidFill>
              </a:defRPr>
            </a:lvl4pPr>
            <a:lvl5pPr>
              <a:defRPr>
                <a:solidFill>
                  <a:srgbClr val="2F2624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0E9AB7F-67B4-E040-AAD5-5E8CCF7FCA83}"/>
              </a:ext>
            </a:extLst>
          </p:cNvPr>
          <p:cNvSpPr txBox="1">
            <a:spLocks/>
          </p:cNvSpPr>
          <p:nvPr userDrawn="1"/>
        </p:nvSpPr>
        <p:spPr>
          <a:xfrm>
            <a:off x="7909509" y="17679"/>
            <a:ext cx="920166" cy="6415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z="2800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 sz="2800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58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9E8174-6630-E243-91AC-443BD34E9CE1}"/>
              </a:ext>
            </a:extLst>
          </p:cNvPr>
          <p:cNvSpPr/>
          <p:nvPr userDrawn="1"/>
        </p:nvSpPr>
        <p:spPr>
          <a:xfrm>
            <a:off x="0" y="0"/>
            <a:ext cx="9144000" cy="659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7679"/>
            <a:ext cx="7595184" cy="641540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854765"/>
            <a:ext cx="8515350" cy="6003234"/>
          </a:xfrm>
        </p:spPr>
        <p:txBody>
          <a:bodyPr/>
          <a:lstStyle>
            <a:lvl1pPr>
              <a:defRPr>
                <a:solidFill>
                  <a:srgbClr val="2F2523"/>
                </a:solidFill>
              </a:defRPr>
            </a:lvl1pPr>
            <a:lvl3pPr>
              <a:defRPr>
                <a:solidFill>
                  <a:srgbClr val="2F2624"/>
                </a:solidFill>
              </a:defRPr>
            </a:lvl3pPr>
            <a:lvl4pPr>
              <a:defRPr>
                <a:solidFill>
                  <a:srgbClr val="2F2624"/>
                </a:solidFill>
              </a:defRPr>
            </a:lvl4pPr>
            <a:lvl5pPr>
              <a:defRPr>
                <a:solidFill>
                  <a:srgbClr val="2F2624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0E9AB7F-67B4-E040-AAD5-5E8CCF7FCA83}"/>
              </a:ext>
            </a:extLst>
          </p:cNvPr>
          <p:cNvSpPr txBox="1">
            <a:spLocks/>
          </p:cNvSpPr>
          <p:nvPr userDrawn="1"/>
        </p:nvSpPr>
        <p:spPr>
          <a:xfrm>
            <a:off x="7909509" y="17679"/>
            <a:ext cx="920166" cy="6415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z="2800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 sz="2800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4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9E8174-6630-E243-91AC-443BD34E9CE1}"/>
              </a:ext>
            </a:extLst>
          </p:cNvPr>
          <p:cNvSpPr/>
          <p:nvPr userDrawn="1"/>
        </p:nvSpPr>
        <p:spPr>
          <a:xfrm>
            <a:off x="0" y="0"/>
            <a:ext cx="9144000" cy="6592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7679"/>
            <a:ext cx="7595184" cy="641540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854765"/>
            <a:ext cx="8515350" cy="6003234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3pPr>
              <a:defRPr>
                <a:solidFill>
                  <a:srgbClr val="2F2624"/>
                </a:solidFill>
              </a:defRPr>
            </a:lvl3pPr>
            <a:lvl4pPr>
              <a:defRPr>
                <a:solidFill>
                  <a:srgbClr val="2F2624"/>
                </a:solidFill>
              </a:defRPr>
            </a:lvl4pPr>
            <a:lvl5pPr>
              <a:defRPr>
                <a:solidFill>
                  <a:srgbClr val="2F2624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0E9AB7F-67B4-E040-AAD5-5E8CCF7FCA83}"/>
              </a:ext>
            </a:extLst>
          </p:cNvPr>
          <p:cNvSpPr txBox="1">
            <a:spLocks/>
          </p:cNvSpPr>
          <p:nvPr userDrawn="1"/>
        </p:nvSpPr>
        <p:spPr>
          <a:xfrm>
            <a:off x="7909509" y="17679"/>
            <a:ext cx="920166" cy="6415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z="2800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 sz="2800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41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9E8174-6630-E243-91AC-443BD34E9CE1}"/>
              </a:ext>
            </a:extLst>
          </p:cNvPr>
          <p:cNvSpPr/>
          <p:nvPr userDrawn="1"/>
        </p:nvSpPr>
        <p:spPr>
          <a:xfrm>
            <a:off x="0" y="0"/>
            <a:ext cx="9144000" cy="659220"/>
          </a:xfrm>
          <a:prstGeom prst="rect">
            <a:avLst/>
          </a:prstGeom>
          <a:solidFill>
            <a:srgbClr val="A6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17679"/>
            <a:ext cx="7595184" cy="641540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854765"/>
            <a:ext cx="8515350" cy="6003234"/>
          </a:xfrm>
        </p:spPr>
        <p:txBody>
          <a:bodyPr/>
          <a:lstStyle>
            <a:lvl1pPr>
              <a:defRPr>
                <a:solidFill>
                  <a:srgbClr val="A64155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0E9AB7F-67B4-E040-AAD5-5E8CCF7FCA83}"/>
              </a:ext>
            </a:extLst>
          </p:cNvPr>
          <p:cNvSpPr txBox="1">
            <a:spLocks/>
          </p:cNvSpPr>
          <p:nvPr userDrawn="1"/>
        </p:nvSpPr>
        <p:spPr>
          <a:xfrm>
            <a:off x="7909509" y="17679"/>
            <a:ext cx="920166" cy="6415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z="2800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 sz="2800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6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3B7421-E648-C6E0-525B-AB5F8ADAED49}"/>
              </a:ext>
            </a:extLst>
          </p:cNvPr>
          <p:cNvSpPr/>
          <p:nvPr userDrawn="1"/>
        </p:nvSpPr>
        <p:spPr>
          <a:xfrm>
            <a:off x="0" y="0"/>
            <a:ext cx="9144000" cy="104616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70D3B4-8BD2-3A7A-FAE9-F2A1421B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A06C13F-E606-6F12-D501-090C2E3BA469}"/>
              </a:ext>
            </a:extLst>
          </p:cNvPr>
          <p:cNvSpPr txBox="1">
            <a:spLocks/>
          </p:cNvSpPr>
          <p:nvPr userDrawn="1"/>
        </p:nvSpPr>
        <p:spPr>
          <a:xfrm>
            <a:off x="7741918" y="61644"/>
            <a:ext cx="1087755" cy="94342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355D15C-4A7A-1640-A605-3CDA8E31B7D0}" type="slidenum">
              <a:rPr kumimoji="1" lang="ja-JP" altLang="en-US" smtClean="0">
                <a:solidFill>
                  <a:srgbClr val="FDFBEC"/>
                </a:solidFill>
              </a:rPr>
              <a:pPr algn="ctr"/>
              <a:t>‹#›</a:t>
            </a:fld>
            <a:endParaRPr kumimoji="1" lang="ja-JP" altLang="en-US">
              <a:solidFill>
                <a:srgbClr val="FDFB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93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1400"/>
            <a:ext cx="8458200" cy="238760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02060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07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13016"/>
            <a:ext cx="8515350" cy="922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70000"/>
            <a:ext cx="8515350" cy="558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9A627A-A4E9-D124-69A0-CBFDD6245443}"/>
              </a:ext>
            </a:extLst>
          </p:cNvPr>
          <p:cNvSpPr txBox="1"/>
          <p:nvPr userDrawn="1"/>
        </p:nvSpPr>
        <p:spPr>
          <a:xfrm>
            <a:off x="7866086" y="6618026"/>
            <a:ext cx="12779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GB" sz="1050" dirty="0">
                <a:solidFill>
                  <a:schemeClr val="bg1">
                    <a:lumMod val="95000"/>
                  </a:schemeClr>
                </a:solidFill>
              </a:rPr>
              <a:t>©2025 Rio Tomioka</a:t>
            </a:r>
            <a:endParaRPr kumimoji="1" lang="ja-GB" alt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91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1" r:id="rId3"/>
    <p:sldLayoutId id="2147483670" r:id="rId4"/>
    <p:sldLayoutId id="2147483669" r:id="rId5"/>
    <p:sldLayoutId id="2147483668" r:id="rId6"/>
    <p:sldLayoutId id="214748366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 baseline="0">
          <a:solidFill>
            <a:schemeClr val="bg1"/>
          </a:solidFill>
          <a:latin typeface="Yu Gothic UI" panose="020B0500000000000000" pitchFamily="34" charset="-128"/>
          <a:ea typeface="Yu Gothic UI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b="1" kern="1200">
          <a:solidFill>
            <a:srgbClr val="002060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7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13016"/>
            <a:ext cx="8515350" cy="922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70000"/>
            <a:ext cx="8515350" cy="558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4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 baseline="0">
          <a:solidFill>
            <a:schemeClr val="bg1"/>
          </a:solidFill>
          <a:latin typeface="Yu Gothic UI" panose="020B0500000000000000" pitchFamily="34" charset="-128"/>
          <a:ea typeface="Yu Gothic UI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b="1" kern="1200">
          <a:solidFill>
            <a:srgbClr val="002060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700" b="1" kern="1200">
          <a:solidFill>
            <a:srgbClr val="2F2624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A7BE-26D4-2D9F-5311-0E96AEEC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2C0FC2A-6AC1-B85F-83E0-E4A645896778}"/>
              </a:ext>
            </a:extLst>
          </p:cNvPr>
          <p:cNvSpPr/>
          <p:nvPr/>
        </p:nvSpPr>
        <p:spPr>
          <a:xfrm>
            <a:off x="0" y="1"/>
            <a:ext cx="9144000" cy="440463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5273AFB5-4A70-4260-E8EF-3F7FA6D9E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1" y="1666380"/>
            <a:ext cx="8458198" cy="2738260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ja-JP" sz="3200" dirty="0">
                <a:solidFill>
                  <a:schemeClr val="bg1"/>
                </a:solidFill>
              </a:rPr>
              <a:t>2025</a:t>
            </a:r>
            <a:r>
              <a:rPr kumimoji="1" lang="ja-JP" altLang="en-US" sz="3200">
                <a:solidFill>
                  <a:schemeClr val="bg1"/>
                </a:solidFill>
              </a:rPr>
              <a:t>年度</a:t>
            </a:r>
            <a:r>
              <a:rPr lang="en-US" altLang="ja-JP" sz="3200" dirty="0">
                <a:solidFill>
                  <a:schemeClr val="bg1"/>
                </a:solidFill>
              </a:rPr>
              <a:t> </a:t>
            </a:r>
            <a:r>
              <a:rPr kumimoji="1" lang="ja-JP" altLang="en-US" sz="3200">
                <a:solidFill>
                  <a:schemeClr val="bg1"/>
                </a:solidFill>
              </a:rPr>
              <a:t>コンピュータシステム</a:t>
            </a:r>
            <a:br>
              <a:rPr lang="en-US" altLang="ja-JP" sz="3200" dirty="0">
                <a:solidFill>
                  <a:schemeClr val="bg1"/>
                </a:solidFill>
              </a:rPr>
            </a:br>
            <a:r>
              <a:rPr kumimoji="1" lang="ja-GB" altLang="en-US" sz="3200" dirty="0">
                <a:solidFill>
                  <a:schemeClr val="bg1"/>
                </a:solidFill>
              </a:rPr>
              <a:t>第</a:t>
            </a:r>
            <a:r>
              <a:rPr kumimoji="1" lang="en-US" altLang="ja-GB" sz="3200" dirty="0">
                <a:solidFill>
                  <a:schemeClr val="bg1"/>
                </a:solidFill>
              </a:rPr>
              <a:t>10</a:t>
            </a:r>
            <a:r>
              <a:rPr kumimoji="1" lang="ja-GB" altLang="en-US" sz="3200" dirty="0">
                <a:solidFill>
                  <a:schemeClr val="bg1"/>
                </a:solidFill>
              </a:rPr>
              <a:t>回：</a:t>
            </a:r>
            <a:r>
              <a:rPr lang="ja-GB" altLang="en-US" sz="3200" dirty="0"/>
              <a:t>追加スライド</a:t>
            </a:r>
            <a:br>
              <a:rPr kumimoji="1" lang="en-US" altLang="ja-JP" sz="2400" dirty="0">
                <a:solidFill>
                  <a:schemeClr val="bg1"/>
                </a:solidFill>
              </a:rPr>
            </a:br>
            <a:endParaRPr kumimoji="1" lang="ja-JP" altLang="en-US" sz="2400">
              <a:solidFill>
                <a:schemeClr val="bg1"/>
              </a:solidFill>
            </a:endParaRPr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B930F139-B82C-955F-3758-AE928E2974E4}"/>
              </a:ext>
            </a:extLst>
          </p:cNvPr>
          <p:cNvSpPr txBox="1">
            <a:spLocks/>
          </p:cNvSpPr>
          <p:nvPr/>
        </p:nvSpPr>
        <p:spPr>
          <a:xfrm>
            <a:off x="342900" y="4404640"/>
            <a:ext cx="8458199" cy="1762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b="1" kern="1200">
                <a:solidFill>
                  <a:srgbClr val="002060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1" kern="1200">
                <a:solidFill>
                  <a:srgbClr val="2F2624"/>
                </a:solidFill>
                <a:latin typeface="+mn-ea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1" kern="1200">
                <a:solidFill>
                  <a:srgbClr val="2F2624"/>
                </a:solidFill>
                <a:latin typeface="+mn-ea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rgbClr val="2F2624"/>
                </a:solidFill>
                <a:latin typeface="+mn-ea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b="1" kern="1200">
                <a:solidFill>
                  <a:srgbClr val="2F2624"/>
                </a:solidFill>
                <a:latin typeface="+mn-ea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00000"/>
              </a:lnSpc>
              <a:spcBef>
                <a:spcPts val="600"/>
              </a:spcBef>
            </a:pPr>
            <a:endParaRPr lang="en-GB" altLang="ja-JP" sz="2000" dirty="0">
              <a:solidFill>
                <a:srgbClr val="2F2523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lvl="0" algn="l">
              <a:lnSpc>
                <a:spcPct val="100000"/>
              </a:lnSpc>
              <a:spcBef>
                <a:spcPts val="600"/>
              </a:spcBef>
            </a:pPr>
            <a:r>
              <a:rPr lang="en-US" altLang="ja-JP" sz="2600" dirty="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2025/6/13(</a:t>
            </a:r>
            <a:r>
              <a:rPr lang="ja-JP" altLang="en-US" sz="260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金</a:t>
            </a:r>
            <a:r>
              <a:rPr lang="en-US" altLang="ja-JP" sz="2600" dirty="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  <a:p>
            <a:pPr lvl="0" algn="l">
              <a:lnSpc>
                <a:spcPct val="100000"/>
              </a:lnSpc>
              <a:spcBef>
                <a:spcPts val="600"/>
              </a:spcBef>
            </a:pPr>
            <a:r>
              <a:rPr lang="ja-JP" altLang="en-US" sz="260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担当講師</a:t>
            </a:r>
            <a:r>
              <a:rPr lang="en-US" altLang="ja-JP" sz="2600" dirty="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ja-JP" altLang="en-US" sz="2600">
                <a:solidFill>
                  <a:srgbClr val="2F2523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冨岡莉生</a:t>
            </a:r>
            <a:endParaRPr lang="en-US" altLang="ja-JP" sz="1500" dirty="0">
              <a:solidFill>
                <a:srgbClr val="2F2523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6757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182A8-9840-86F7-72B8-58FC5A8D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141A1-3A69-F303-2DA6-157B9D40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GB" dirty="0"/>
              <a:t>2</a:t>
            </a:r>
            <a:r>
              <a:rPr kumimoji="1" lang="ja-GB" altLang="en-US" dirty="0"/>
              <a:t>進数と</a:t>
            </a:r>
            <a:r>
              <a:rPr kumimoji="1" lang="en-US" altLang="ja-GB" dirty="0"/>
              <a:t>10</a:t>
            </a:r>
            <a:r>
              <a:rPr kumimoji="1" lang="ja-GB" altLang="en-US" dirty="0"/>
              <a:t>進数の関係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5E7902-3A42-5AB5-670C-08B03B28F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GB" altLang="en-US" dirty="0"/>
              <a:t>同じ数値に対する異なる表現</a:t>
            </a:r>
            <a:endParaRPr kumimoji="1" lang="en-US" altLang="ja-GB" dirty="0"/>
          </a:p>
          <a:p>
            <a:pPr marL="457200" lvl="1" indent="0">
              <a:buNone/>
            </a:pPr>
            <a:r>
              <a:rPr lang="ja-GB" altLang="en-US" dirty="0">
                <a:solidFill>
                  <a:srgbClr val="2F2523"/>
                </a:solidFill>
              </a:rPr>
              <a:t>同じ数値に同じ操作をするならば，異なる表現でも同じ結果になる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C36A385F-FC4F-B3F7-29E0-890CCE519F11}"/>
              </a:ext>
            </a:extLst>
          </p:cNvPr>
          <p:cNvGrpSpPr/>
          <p:nvPr/>
        </p:nvGrpSpPr>
        <p:grpSpPr>
          <a:xfrm>
            <a:off x="2365640" y="2216843"/>
            <a:ext cx="4412719" cy="3786392"/>
            <a:chOff x="2237241" y="2216843"/>
            <a:chExt cx="4412719" cy="378639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A7AE417-4EEF-1595-D6C7-40A81B53F278}"/>
                </a:ext>
              </a:extLst>
            </p:cNvPr>
            <p:cNvSpPr/>
            <p:nvPr/>
          </p:nvSpPr>
          <p:spPr>
            <a:xfrm>
              <a:off x="4446759" y="2216843"/>
              <a:ext cx="2203201" cy="337492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GB" altLang="en-US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C2E74F0-2433-0585-3C36-EF20CA821530}"/>
                </a:ext>
              </a:extLst>
            </p:cNvPr>
            <p:cNvSpPr/>
            <p:nvPr/>
          </p:nvSpPr>
          <p:spPr>
            <a:xfrm>
              <a:off x="2237241" y="2216843"/>
              <a:ext cx="2203201" cy="33749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GB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DDCA72A-49CE-29FA-682E-7DAB2ED44019}"/>
                </a:ext>
              </a:extLst>
            </p:cNvPr>
            <p:cNvSpPr txBox="1"/>
            <p:nvPr/>
          </p:nvSpPr>
          <p:spPr>
            <a:xfrm>
              <a:off x="2571935" y="2519195"/>
              <a:ext cx="534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dirty="0"/>
                <a:t>8+2</a:t>
              </a:r>
              <a:endParaRPr kumimoji="1" lang="ja-GB" altLang="en-US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9FCF407-1B06-CF98-16C0-E01E14B42026}"/>
                </a:ext>
              </a:extLst>
            </p:cNvPr>
            <p:cNvSpPr txBox="1"/>
            <p:nvPr/>
          </p:nvSpPr>
          <p:spPr>
            <a:xfrm>
              <a:off x="2629642" y="47136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dirty="0"/>
                <a:t>10</a:t>
              </a:r>
              <a:endParaRPr kumimoji="1" lang="ja-GB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03A841C-8D06-EB34-0040-977B2DEBAC76}"/>
                </a:ext>
              </a:extLst>
            </p:cNvPr>
            <p:cNvSpPr txBox="1"/>
            <p:nvPr/>
          </p:nvSpPr>
          <p:spPr>
            <a:xfrm>
              <a:off x="5242040" y="2519195"/>
              <a:ext cx="12362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dirty="0"/>
                <a:t>1000+0010</a:t>
              </a:r>
              <a:endParaRPr kumimoji="1" lang="ja-GB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4A179D8-9631-B850-749B-AA91A1C6EEDF}"/>
                </a:ext>
              </a:extLst>
            </p:cNvPr>
            <p:cNvSpPr txBox="1"/>
            <p:nvPr/>
          </p:nvSpPr>
          <p:spPr>
            <a:xfrm>
              <a:off x="5521909" y="4701731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dirty="0"/>
                <a:t>1010</a:t>
              </a:r>
              <a:endParaRPr kumimoji="1" lang="ja-GB" altLang="en-US" dirty="0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085CF681-EFF0-7443-47C9-7EE33CB390D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3106057" y="2703861"/>
              <a:ext cx="2130964" cy="0"/>
            </a:xfrm>
            <a:prstGeom prst="straightConnector1">
              <a:avLst/>
            </a:prstGeom>
            <a:ln w="76200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6C4371A0-3839-E31B-B833-0F56E5FCDBD1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5848281" y="2930659"/>
              <a:ext cx="0" cy="1771072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87C4B37-88EB-00A4-1197-4F622DDB2CE7}"/>
                </a:ext>
              </a:extLst>
            </p:cNvPr>
            <p:cNvCxnSpPr>
              <a:cxnSpLocks/>
              <a:stCxn id="9" idx="1"/>
              <a:endCxn id="7" idx="3"/>
            </p:cNvCxnSpPr>
            <p:nvPr/>
          </p:nvCxnSpPr>
          <p:spPr>
            <a:xfrm flipH="1">
              <a:off x="3048346" y="4886397"/>
              <a:ext cx="2473563" cy="11875"/>
            </a:xfrm>
            <a:prstGeom prst="straightConnector1">
              <a:avLst/>
            </a:prstGeom>
            <a:ln w="76200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41950AFE-2CD3-71C5-C62E-2A78F7295D0D}"/>
                </a:ext>
              </a:extLst>
            </p:cNvPr>
            <p:cNvSpPr txBox="1"/>
            <p:nvPr/>
          </p:nvSpPr>
          <p:spPr>
            <a:xfrm>
              <a:off x="2552411" y="5633903"/>
              <a:ext cx="1572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kumimoji="1" lang="ja-GB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進数の世界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82812D0-C1DA-B777-C8A8-3B750144D7F2}"/>
                </a:ext>
              </a:extLst>
            </p:cNvPr>
            <p:cNvSpPr txBox="1"/>
            <p:nvPr/>
          </p:nvSpPr>
          <p:spPr>
            <a:xfrm>
              <a:off x="4820437" y="5633903"/>
              <a:ext cx="14558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GB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  <a:r>
                <a:rPr kumimoji="1" lang="ja-GB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進数の世界</a:t>
              </a:r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E246D3FE-858E-C4B8-9DF6-B6FA99E97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8994" y="2888527"/>
              <a:ext cx="3" cy="1813204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FF7C893-38FC-1792-8D16-CA8408A66511}"/>
                </a:ext>
              </a:extLst>
            </p:cNvPr>
            <p:cNvSpPr txBox="1"/>
            <p:nvPr/>
          </p:nvSpPr>
          <p:spPr>
            <a:xfrm>
              <a:off x="4153918" y="233453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GB" altLang="en-US" sz="1400" b="1" dirty="0">
                  <a:solidFill>
                    <a:srgbClr val="002060"/>
                  </a:solidFill>
                </a:rPr>
                <a:t>対応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B943A73-AC9F-F3A4-C484-B89CA599FE25}"/>
                </a:ext>
              </a:extLst>
            </p:cNvPr>
            <p:cNvSpPr txBox="1"/>
            <p:nvPr/>
          </p:nvSpPr>
          <p:spPr>
            <a:xfrm>
              <a:off x="4153918" y="493528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GB" altLang="en-US" sz="1400" b="1" dirty="0">
                  <a:solidFill>
                    <a:srgbClr val="002060"/>
                  </a:solidFill>
                </a:rPr>
                <a:t>対応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95BC77B-CD0A-5521-7ED3-342E2F7B5635}"/>
                </a:ext>
              </a:extLst>
            </p:cNvPr>
            <p:cNvSpPr txBox="1"/>
            <p:nvPr/>
          </p:nvSpPr>
          <p:spPr>
            <a:xfrm>
              <a:off x="2831842" y="36546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GB" altLang="en-US" sz="1200" dirty="0"/>
                <a:t>足し算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66C8487-E0F1-2F17-F4F2-F143D5478E27}"/>
                </a:ext>
              </a:extLst>
            </p:cNvPr>
            <p:cNvSpPr txBox="1"/>
            <p:nvPr/>
          </p:nvSpPr>
          <p:spPr>
            <a:xfrm>
              <a:off x="5237021" y="3654697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GB" altLang="en-US" sz="1200" dirty="0"/>
                <a:t>足し算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11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51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テーマ">
  <a:themeElements>
    <a:clrScheme name="ユーザー定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51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7720</TotalTime>
  <Words>37</Words>
  <Application>Microsoft Macintosh PowerPoint</Application>
  <PresentationFormat>画面に合わせる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Yu Gothic UI</vt:lpstr>
      <vt:lpstr>Arial</vt:lpstr>
      <vt:lpstr>Calibri</vt:lpstr>
      <vt:lpstr>Office テーマ</vt:lpstr>
      <vt:lpstr>1_Office テーマ</vt:lpstr>
      <vt:lpstr>2025年度 コンピュータシステム 第10回：追加スライド </vt:lpstr>
      <vt:lpstr>2進数と10進数の関係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TOMIOKA Rio</dc:creator>
  <cp:lastModifiedBy>rio tomioka</cp:lastModifiedBy>
  <cp:revision>67</cp:revision>
  <cp:lastPrinted>2025-04-04T23:32:17Z</cp:lastPrinted>
  <dcterms:created xsi:type="dcterms:W3CDTF">2021-06-08T09:51:30Z</dcterms:created>
  <dcterms:modified xsi:type="dcterms:W3CDTF">2025-10-22T14:17:26Z</dcterms:modified>
</cp:coreProperties>
</file>